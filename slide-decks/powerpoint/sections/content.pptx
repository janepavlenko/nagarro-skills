
<file path=[Content_Types].xml><?xml version="1.0" encoding="utf-8"?>
<Types xmlns="http://schemas.openxmlformats.org/package/2006/content-types">
  <Default Extension="fntdata" ContentType="application/x-fontdata"/>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3"/>
  </p:notesMasterIdLst>
  <p:sldIdLst>
    <p:sldId id="256" r:id="rId2"/>
  </p:sldIdLst>
  <p:sldSz cx="18288000" cy="10287000"/>
  <p:notesSz cx="10287000" cy="18288000"/>
  <p:embeddedFontLst>
    <p:embeddedFont>
      <p:font typeface="Equip Extended Regular" panose="02000503030000020004" pitchFamily="2" charset="77"/>
      <p:regular r:id="rId4"/>
      <p:bold r:id="rId5"/>
      <p:italic r:id="rId6"/>
      <p:boldItalic r:id="rId7"/>
    </p:embeddedFont>
    <p:embeddedFont>
      <p:font typeface="Equip Regular" panose="02000503030000020004" pitchFamily="2" charset="77"/>
      <p:regular r:id="rId8"/>
      <p:bold r:id="rId9"/>
      <p:italic r:id="rId10"/>
      <p:boldItalic r:id="rId1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716"/>
    <a:srgbClr val="A4EBD5"/>
    <a:srgbClr val="2C807C"/>
    <a:srgbClr val="FDF4D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92"/>
    <p:restoredTop sz="94610"/>
  </p:normalViewPr>
  <p:slideViewPr>
    <p:cSldViewPr snapToGrid="0" snapToObjects="1">
      <p:cViewPr>
        <p:scale>
          <a:sx n="53" d="100"/>
          <a:sy n="53" d="100"/>
        </p:scale>
        <p:origin x="1640" y="1040"/>
      </p:cViewPr>
      <p:guideLst>
        <p:guide pos="498"/>
        <p:guide orient="horz" pos="32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tableStyles" Target="tableStyle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041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content-title"/>
          <p:cNvSpPr/>
          <p:nvPr/>
        </p:nvSpPr>
        <p:spPr>
          <a:xfrm>
            <a:off x="789092" y="2171700"/>
            <a:ext cx="15516225"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Proposal overview</a:t>
            </a:r>
            <a:endParaRPr lang="en-US" sz="4800" dirty="0"/>
          </a:p>
        </p:txBody>
      </p:sp>
      <p:sp>
        <p:nvSpPr>
          <p:cNvPr id="8" name="content-subtitle"/>
          <p:cNvSpPr/>
          <p:nvPr/>
        </p:nvSpPr>
        <p:spPr>
          <a:xfrm>
            <a:off x="794771" y="3086100"/>
            <a:ext cx="15516225" cy="428625"/>
          </a:xfrm>
          <a:prstGeom prst="rect">
            <a:avLst/>
          </a:prstGeom>
          <a:noFill/>
          <a:ln/>
        </p:spPr>
        <p:txBody>
          <a:bodyPr wrap="square" lIns="0" tIns="0" rIns="0" bIns="0" rtlCol="0" anchor="t"/>
          <a:lstStyle/>
          <a:p>
            <a:pPr marL="0" indent="0" algn="l">
              <a:lnSpc>
                <a:spcPts val="2250"/>
              </a:lnSpc>
              <a:buNone/>
            </a:pPr>
            <a:r>
              <a:rPr lang="en-US" sz="1800" kern="0" spc="-75" dirty="0">
                <a:solidFill>
                  <a:srgbClr val="4E5E78"/>
                </a:solidFill>
                <a:latin typeface="Equip Regular" pitchFamily="34" charset="0"/>
                <a:ea typeface="Equip Regular" pitchFamily="34" charset="-122"/>
                <a:cs typeface="Equip Regular" pitchFamily="34" charset="-120"/>
              </a:rPr>
              <a:t>Your subtitle goes here</a:t>
            </a:r>
            <a:endParaRPr lang="en-US" sz="1800" dirty="0"/>
          </a:p>
        </p:txBody>
      </p:sp>
      <p:sp>
        <p:nvSpPr>
          <p:cNvPr id="9" name="content-body"/>
          <p:cNvSpPr/>
          <p:nvPr/>
        </p:nvSpPr>
        <p:spPr>
          <a:xfrm>
            <a:off x="794773" y="4029075"/>
            <a:ext cx="11163300" cy="4714875"/>
          </a:xfrm>
          <a:prstGeom prst="rect">
            <a:avLst/>
          </a:prstGeom>
          <a:noFill/>
          <a:ln/>
        </p:spPr>
        <p:txBody>
          <a:bodyPr wrap="square" lIns="0" tIns="0" rIns="0" bIns="0" rtlCol="0" anchor="t"/>
          <a:lstStyle/>
          <a:p>
            <a:pPr algn="l">
              <a:lnSpc>
                <a:spcPts val="2250"/>
              </a:lnSpc>
              <a:buSzPct val="100000"/>
            </a:pPr>
            <a:r>
              <a:rPr lang="en-US" sz="1800" kern="0" spc="-75" dirty="0">
                <a:solidFill>
                  <a:srgbClr val="010716"/>
                </a:solidFill>
                <a:latin typeface="Equip Regular" pitchFamily="34" charset="0"/>
                <a:ea typeface="Equip Regular" pitchFamily="34" charset="-122"/>
                <a:cs typeface="Equip Regular" pitchFamily="34" charset="-120"/>
              </a:rPr>
              <a:t>Lorem ipsum dolor sit amet, consectetur adipiscing elit.  Etiam eget ligula eu lectus lobortis condimentum. Aliquam nonummy auctor massa. Pellentesque habitant morbi tristique senectus et netus et  malesuada fames ac turpis egestas. Nulla at risus. Quisque purus magna,  auctor et, sagittis ac, posuere eu, lectus. Nam mattis, felis ut  adipiscing.Lorem ipsum dolor sit amet, consectetur adipiscing elit.  Etiam eget ligula eu lectus lobortis condimentum. Aliquam nonummy auctor massa. Pellentesque habitant morbi tristique senectus et netus et  malesuada fames ac turpis </a:t>
            </a:r>
            <a:r>
              <a:rPr lang="en-US" sz="1800" kern="0" spc="-75" dirty="0" err="1">
                <a:solidFill>
                  <a:srgbClr val="010716"/>
                </a:solidFill>
                <a:latin typeface="Equip Regular" pitchFamily="34" charset="0"/>
                <a:ea typeface="Equip Regular" pitchFamily="34" charset="-122"/>
                <a:cs typeface="Equip Regular" pitchFamily="34" charset="-120"/>
              </a:rPr>
              <a:t>egestas</a:t>
            </a:r>
            <a:r>
              <a:rPr lang="en-US" sz="1800" kern="0" spc="-75" dirty="0">
                <a:solidFill>
                  <a:srgbClr val="010716"/>
                </a:solidFill>
                <a:latin typeface="Equip Regular" pitchFamily="34" charset="0"/>
                <a:ea typeface="Equip Regular" pitchFamily="34" charset="-122"/>
                <a:cs typeface="Equip Regular" pitchFamily="34" charset="-120"/>
              </a:rPr>
              <a:t>.</a:t>
            </a:r>
            <a:endParaRPr lang="en-US" kern="0" spc="-75" dirty="0">
              <a:solidFill>
                <a:srgbClr val="010716"/>
              </a:solidFill>
              <a:latin typeface="Equip Regular" pitchFamily="34" charset="0"/>
              <a:ea typeface="Equip Regular" pitchFamily="34" charset="-122"/>
              <a:cs typeface="Equip Regular" pitchFamily="34" charset="-120"/>
            </a:endParaRPr>
          </a:p>
          <a:p>
            <a:pPr marL="228600" indent="-228600" algn="l">
              <a:lnSpc>
                <a:spcPts val="2250"/>
              </a:lnSpc>
              <a:buSzPct val="100000"/>
              <a:buChar char="•"/>
            </a:pPr>
            <a:endParaRPr lang="en-US" sz="1800" kern="0" spc="-75" dirty="0">
              <a:solidFill>
                <a:srgbClr val="010716"/>
              </a:solidFill>
              <a:latin typeface="Equip Regular" pitchFamily="34" charset="0"/>
              <a:ea typeface="Equip Regular" pitchFamily="34" charset="-122"/>
              <a:cs typeface="Equip Regular" pitchFamily="34" charset="-120"/>
            </a:endParaRPr>
          </a:p>
          <a:p>
            <a:pPr marL="228600" indent="-228600" algn="l">
              <a:lnSpc>
                <a:spcPts val="2250"/>
              </a:lnSpc>
              <a:buSzPct val="100000"/>
              <a:buChar char="•"/>
            </a:pPr>
            <a:r>
              <a:rPr lang="en-US" sz="1800" kern="0" spc="-75" dirty="0">
                <a:solidFill>
                  <a:srgbClr val="010716"/>
                </a:solidFill>
                <a:latin typeface="Equip Regular" pitchFamily="34" charset="0"/>
                <a:ea typeface="Equip Regular" pitchFamily="34" charset="-122"/>
                <a:cs typeface="Equip Regular" pitchFamily="34" charset="-120"/>
              </a:rPr>
              <a:t>Lorem ipsum dolor sit amet, consectetur adipiscing elit.  Etiam eget ligula eu lectus lobortis condimentum. Aliquam nonummy auctor massa. Pellentesque habitant morbi tristique senectus et netus
Lorem ipsum dolor sit amet, consectetur adipiscing elit.  Etiam eget ligula eu lectus lobortis condimentum. Aliquam nonummy auctor massa. Pellentesque habitant morbi tristique senectus et netus
Lorem ipsum dolor sit amet, consectetur adipiscing elit.  Etiam eget ligula eu lectus lobortis condimentum. Aliquam nonummy auctor massa. Pellentesque habitant morbi tristique senectus et netus
Lorem ipsum dolor sit amet, consectetur adipiscing elit.  Etiam eget ligula eu lectus lobortis condimentum. Aliquam nonummy auctor massa. Pellentesque habitant morbi tristique senectus et netus</a:t>
            </a:r>
            <a:endParaRPr lang="en-US" sz="1800" dirty="0"/>
          </a:p>
        </p:txBody>
      </p:sp>
      <p:sp>
        <p:nvSpPr>
          <p:cNvPr id="10" name="Digital Design Strategy">
            <a:extLst>
              <a:ext uri="{FF2B5EF4-FFF2-40B4-BE49-F238E27FC236}">
                <a16:creationId xmlns:a16="http://schemas.microsoft.com/office/drawing/2014/main" id="{EEC158F2-B939-A2E5-1DBD-E33517BE8A5D}"/>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1" name="Project Name">
            <a:extLst>
              <a:ext uri="{FF2B5EF4-FFF2-40B4-BE49-F238E27FC236}">
                <a16:creationId xmlns:a16="http://schemas.microsoft.com/office/drawing/2014/main" id="{897FD6C6-5764-11FF-5D2D-69397D064E81}"/>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2" name="Month Year">
            <a:extLst>
              <a:ext uri="{FF2B5EF4-FFF2-40B4-BE49-F238E27FC236}">
                <a16:creationId xmlns:a16="http://schemas.microsoft.com/office/drawing/2014/main" id="{379D521D-12CA-5978-5F5B-60D9FCB70309}"/>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3" name="2026">
            <a:extLst>
              <a:ext uri="{FF2B5EF4-FFF2-40B4-BE49-F238E27FC236}">
                <a16:creationId xmlns:a16="http://schemas.microsoft.com/office/drawing/2014/main" id="{29BC96A1-7F35-C9F1-0E2C-6F74FA1A1C96}"/>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4287A53C-9FD5-7D2C-4D76-14F3F43988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B801240A-A9DE-1FA9-3C6A-320741409925}"/>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6B1670FC-C852-FE00-885D-043BC2552418}"/>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29DFF37-B2FA-1C0C-32C6-59E17AC8320E}"/>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238</Words>
  <Application>Microsoft Macintosh PowerPoint</Application>
  <PresentationFormat>Custom</PresentationFormat>
  <Paragraphs>9</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Equip Extended Regular</vt:lpstr>
      <vt:lpstr>Equip Regular</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Carolina Baptista</cp:lastModifiedBy>
  <cp:revision>7</cp:revision>
  <dcterms:created xsi:type="dcterms:W3CDTF">2026-05-27T18:03:55Z</dcterms:created>
  <dcterms:modified xsi:type="dcterms:W3CDTF">2026-06-02T11:26:49Z</dcterms:modified>
</cp:coreProperties>
</file>