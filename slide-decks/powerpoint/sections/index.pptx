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embeddedFontLst>
    <p:embeddedFont>
      <p:font typeface="Equip Extended Light" panose="02000503000000020004" pitchFamily="2" charset="77"/>
      <p:regular r:id="rId7"/>
      <p:italic r:id="rId8"/>
    </p:embeddedFont>
    <p:embeddedFont>
      <p:font typeface="Equip Extended Medium" panose="02000603000000020004" pitchFamily="2" charset="77"/>
      <p:regular r:id="rId9"/>
      <p:italic r:id="rId10"/>
    </p:embeddedFont>
    <p:embeddedFont>
      <p:font typeface="Equip Extended Regular" panose="02000503030000020004" pitchFamily="2" charset="77"/>
      <p:regular r:id="rId11"/>
      <p:bold r:id="rId12"/>
      <p:italic r:id="rId13"/>
      <p:boldItalic r:id="rId14"/>
    </p:embeddedFont>
    <p:embeddedFont>
      <p:font typeface="Equip Regular" panose="02000503030000020004" pitchFamily="2" charset="77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110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/>
    <p:restoredTop sz="94610"/>
  </p:normalViewPr>
  <p:slideViewPr>
    <p:cSldViewPr snapToGrid="0" snapToObjects="1">
      <p:cViewPr>
        <p:scale>
          <a:sx n="69" d="100"/>
          <a:sy n="69" d="100"/>
        </p:scale>
        <p:origin x="760" y="552"/>
      </p:cViewPr>
      <p:guideLst>
        <p:guide pos="498"/>
        <p:guide pos="11022"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dex-items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609600"/>
            <a:ext cx="11049000" cy="9067800"/>
          </a:xfrm>
          <a:prstGeom prst="rect">
            <a:avLst/>
          </a:prstGeom>
        </p:spPr>
      </p:pic>
      <p:sp>
        <p:nvSpPr>
          <p:cNvPr id="4" name="item-1-number"/>
          <p:cNvSpPr/>
          <p:nvPr/>
        </p:nvSpPr>
        <p:spPr>
          <a:xfrm>
            <a:off x="6438900" y="884767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item-1-title"/>
          <p:cNvSpPr/>
          <p:nvPr/>
        </p:nvSpPr>
        <p:spPr>
          <a:xfrm>
            <a:off x="7219950" y="884767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 Note From Us</a:t>
            </a:r>
            <a:endParaRPr lang="en-US" sz="3000" dirty="0"/>
          </a:p>
        </p:txBody>
      </p:sp>
      <p:sp>
        <p:nvSpPr>
          <p:cNvPr id="6" name="item-2-number"/>
          <p:cNvSpPr/>
          <p:nvPr/>
        </p:nvSpPr>
        <p:spPr>
          <a:xfrm>
            <a:off x="6438900" y="1892300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item-2-title"/>
          <p:cNvSpPr/>
          <p:nvPr/>
        </p:nvSpPr>
        <p:spPr>
          <a:xfrm>
            <a:off x="7219950" y="189230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Our Understanding</a:t>
            </a:r>
            <a:endParaRPr lang="en-US" sz="3000" dirty="0"/>
          </a:p>
        </p:txBody>
      </p:sp>
      <p:sp>
        <p:nvSpPr>
          <p:cNvPr id="8" name="item-3-number"/>
          <p:cNvSpPr/>
          <p:nvPr/>
        </p:nvSpPr>
        <p:spPr>
          <a:xfrm>
            <a:off x="6438900" y="2899833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item-3-title"/>
          <p:cNvSpPr/>
          <p:nvPr/>
        </p:nvSpPr>
        <p:spPr>
          <a:xfrm>
            <a:off x="7219950" y="2899833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 Glimpse of the Future</a:t>
            </a:r>
            <a:endParaRPr lang="en-US" sz="3000" dirty="0"/>
          </a:p>
        </p:txBody>
      </p:sp>
      <p:sp>
        <p:nvSpPr>
          <p:cNvPr id="10" name="item-4-number"/>
          <p:cNvSpPr/>
          <p:nvPr/>
        </p:nvSpPr>
        <p:spPr>
          <a:xfrm>
            <a:off x="6438900" y="3907367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item-4-title"/>
          <p:cNvSpPr/>
          <p:nvPr/>
        </p:nvSpPr>
        <p:spPr>
          <a:xfrm>
            <a:off x="7219950" y="3907367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Our Solution Approach</a:t>
            </a:r>
            <a:endParaRPr lang="en-US" sz="3000" dirty="0"/>
          </a:p>
        </p:txBody>
      </p:sp>
      <p:sp>
        <p:nvSpPr>
          <p:cNvPr id="12" name="item-5-number"/>
          <p:cNvSpPr/>
          <p:nvPr/>
        </p:nvSpPr>
        <p:spPr>
          <a:xfrm>
            <a:off x="6438900" y="4914900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item-5-title"/>
          <p:cNvSpPr/>
          <p:nvPr/>
        </p:nvSpPr>
        <p:spPr>
          <a:xfrm>
            <a:off x="7219950" y="491490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Project Delivery Approach</a:t>
            </a:r>
            <a:endParaRPr lang="en-US" sz="3000" dirty="0"/>
          </a:p>
        </p:txBody>
      </p:sp>
      <p:sp>
        <p:nvSpPr>
          <p:cNvPr id="14" name="item-6-number"/>
          <p:cNvSpPr/>
          <p:nvPr/>
        </p:nvSpPr>
        <p:spPr>
          <a:xfrm>
            <a:off x="6438900" y="5922434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item-6-title"/>
          <p:cNvSpPr/>
          <p:nvPr/>
        </p:nvSpPr>
        <p:spPr>
          <a:xfrm>
            <a:off x="7219950" y="592243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Application Maintenance &amp; Support</a:t>
            </a:r>
            <a:endParaRPr lang="en-US" sz="3000" dirty="0"/>
          </a:p>
        </p:txBody>
      </p:sp>
      <p:sp>
        <p:nvSpPr>
          <p:cNvPr id="16" name="item-7-number"/>
          <p:cNvSpPr/>
          <p:nvPr/>
        </p:nvSpPr>
        <p:spPr>
          <a:xfrm>
            <a:off x="6438900" y="6929967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07</a:t>
            </a:r>
            <a:endParaRPr lang="en-US" sz="3000" dirty="0"/>
          </a:p>
        </p:txBody>
      </p:sp>
      <p:sp>
        <p:nvSpPr>
          <p:cNvPr id="17" name="item-7-title"/>
          <p:cNvSpPr/>
          <p:nvPr/>
        </p:nvSpPr>
        <p:spPr>
          <a:xfrm>
            <a:off x="7219950" y="6929967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Timeline &amp; Commercials</a:t>
            </a:r>
            <a:endParaRPr lang="en-US" sz="3000" dirty="0"/>
          </a:p>
        </p:txBody>
      </p:sp>
      <p:sp>
        <p:nvSpPr>
          <p:cNvPr id="18" name="item-8-number"/>
          <p:cNvSpPr/>
          <p:nvPr/>
        </p:nvSpPr>
        <p:spPr>
          <a:xfrm>
            <a:off x="6438900" y="7937500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08</a:t>
            </a:r>
            <a:endParaRPr lang="en-US" sz="3000" dirty="0"/>
          </a:p>
        </p:txBody>
      </p:sp>
      <p:sp>
        <p:nvSpPr>
          <p:cNvPr id="19" name="item-8-title"/>
          <p:cNvSpPr/>
          <p:nvPr/>
        </p:nvSpPr>
        <p:spPr>
          <a:xfrm>
            <a:off x="7219950" y="793750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Case Studies</a:t>
            </a:r>
            <a:endParaRPr lang="en-US" sz="3000" dirty="0"/>
          </a:p>
        </p:txBody>
      </p:sp>
      <p:sp>
        <p:nvSpPr>
          <p:cNvPr id="20" name="item-9-number"/>
          <p:cNvSpPr/>
          <p:nvPr/>
        </p:nvSpPr>
        <p:spPr>
          <a:xfrm>
            <a:off x="6438900" y="8945034"/>
            <a:ext cx="50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4E5E78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09</a:t>
            </a:r>
            <a:endParaRPr lang="en-US" sz="3000" dirty="0"/>
          </a:p>
        </p:txBody>
      </p:sp>
      <p:sp>
        <p:nvSpPr>
          <p:cNvPr id="21" name="item-9-title"/>
          <p:cNvSpPr/>
          <p:nvPr/>
        </p:nvSpPr>
        <p:spPr>
          <a:xfrm>
            <a:off x="7219950" y="894503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Appendix</a:t>
            </a:r>
            <a:endParaRPr lang="en-US" sz="3000" dirty="0"/>
          </a:p>
        </p:txBody>
      </p:sp>
      <p:sp>
        <p:nvSpPr>
          <p:cNvPr id="22" name="index-title"/>
          <p:cNvSpPr/>
          <p:nvPr/>
        </p:nvSpPr>
        <p:spPr>
          <a:xfrm>
            <a:off x="800100" y="4762500"/>
            <a:ext cx="542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Index</a:t>
            </a:r>
            <a:endParaRPr lang="en-US" sz="60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884C5B-09EF-C036-B0B0-200435716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dex-items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4800600"/>
            <a:ext cx="16687800" cy="4876800"/>
          </a:xfrm>
          <a:prstGeom prst="rect">
            <a:avLst/>
          </a:prstGeom>
        </p:spPr>
      </p:pic>
      <p:sp>
        <p:nvSpPr>
          <p:cNvPr id="4" name="index-title"/>
          <p:cNvSpPr/>
          <p:nvPr/>
        </p:nvSpPr>
        <p:spPr>
          <a:xfrm>
            <a:off x="800100" y="609600"/>
            <a:ext cx="542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Index</a:t>
            </a:r>
            <a:endParaRPr lang="en-US" sz="6000" dirty="0"/>
          </a:p>
        </p:txBody>
      </p:sp>
      <p:sp>
        <p:nvSpPr>
          <p:cNvPr id="5" name="item-1-title"/>
          <p:cNvSpPr/>
          <p:nvPr/>
        </p:nvSpPr>
        <p:spPr>
          <a:xfrm>
            <a:off x="800100" y="5029200"/>
            <a:ext cx="624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Workshop Summary</a:t>
            </a:r>
            <a:endParaRPr lang="en-US" sz="4800" dirty="0"/>
          </a:p>
        </p:txBody>
      </p:sp>
      <p:sp>
        <p:nvSpPr>
          <p:cNvPr id="6" name="item-1-page"/>
          <p:cNvSpPr/>
          <p:nvPr/>
        </p:nvSpPr>
        <p:spPr>
          <a:xfrm>
            <a:off x="16706850" y="5029200"/>
            <a:ext cx="809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09</a:t>
            </a:r>
            <a:endParaRPr lang="en-US" sz="4800" dirty="0"/>
          </a:p>
        </p:txBody>
      </p:sp>
      <p:sp>
        <p:nvSpPr>
          <p:cNvPr id="7" name="item-2-title"/>
          <p:cNvSpPr/>
          <p:nvPr/>
        </p:nvSpPr>
        <p:spPr>
          <a:xfrm>
            <a:off x="800100" y="6248400"/>
            <a:ext cx="8210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Product Scope &amp; Approach</a:t>
            </a:r>
            <a:endParaRPr lang="en-US" sz="4800" dirty="0"/>
          </a:p>
        </p:txBody>
      </p:sp>
      <p:sp>
        <p:nvSpPr>
          <p:cNvPr id="8" name="item-2-page"/>
          <p:cNvSpPr/>
          <p:nvPr/>
        </p:nvSpPr>
        <p:spPr>
          <a:xfrm>
            <a:off x="16706850" y="6248400"/>
            <a:ext cx="809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04</a:t>
            </a:r>
            <a:endParaRPr lang="en-US" sz="4800" dirty="0"/>
          </a:p>
        </p:txBody>
      </p:sp>
      <p:sp>
        <p:nvSpPr>
          <p:cNvPr id="9" name="item-3-title"/>
          <p:cNvSpPr/>
          <p:nvPr/>
        </p:nvSpPr>
        <p:spPr>
          <a:xfrm>
            <a:off x="800100" y="7467600"/>
            <a:ext cx="4371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Product Vision</a:t>
            </a:r>
            <a:endParaRPr lang="en-US" sz="4800" dirty="0"/>
          </a:p>
        </p:txBody>
      </p:sp>
      <p:sp>
        <p:nvSpPr>
          <p:cNvPr id="10" name="item-3-page"/>
          <p:cNvSpPr/>
          <p:nvPr/>
        </p:nvSpPr>
        <p:spPr>
          <a:xfrm>
            <a:off x="16706850" y="7467600"/>
            <a:ext cx="809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09</a:t>
            </a:r>
            <a:endParaRPr lang="en-US" sz="4800" dirty="0"/>
          </a:p>
        </p:txBody>
      </p:sp>
      <p:sp>
        <p:nvSpPr>
          <p:cNvPr id="11" name="item-4-title"/>
          <p:cNvSpPr/>
          <p:nvPr/>
        </p:nvSpPr>
        <p:spPr>
          <a:xfrm>
            <a:off x="800100" y="8686800"/>
            <a:ext cx="6438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Plan &amp; Phases</a:t>
            </a:r>
            <a:endParaRPr lang="en-US" sz="4800" dirty="0"/>
          </a:p>
        </p:txBody>
      </p:sp>
      <p:sp>
        <p:nvSpPr>
          <p:cNvPr id="12" name="item-4-page"/>
          <p:cNvSpPr/>
          <p:nvPr/>
        </p:nvSpPr>
        <p:spPr>
          <a:xfrm>
            <a:off x="16706850" y="8686800"/>
            <a:ext cx="809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12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me"/>
          <p:cNvSpPr/>
          <p:nvPr/>
        </p:nvSpPr>
        <p:spPr>
          <a:xfrm>
            <a:off x="13706475" y="7334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Product Studio</a:t>
            </a:r>
            <a:endParaRPr lang="en-US" sz="1200" dirty="0"/>
          </a:p>
        </p:txBody>
      </p:sp>
      <p:sp>
        <p:nvSpPr>
          <p:cNvPr id="4" name="Name"/>
          <p:cNvSpPr/>
          <p:nvPr/>
        </p:nvSpPr>
        <p:spPr>
          <a:xfrm>
            <a:off x="15335250" y="733425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Presentation Name</a:t>
            </a:r>
            <a:endParaRPr lang="en-US" sz="1200" dirty="0"/>
          </a:p>
        </p:txBody>
      </p:sp>
      <p:sp>
        <p:nvSpPr>
          <p:cNvPr id="5" name="Name"/>
          <p:cNvSpPr/>
          <p:nvPr/>
        </p:nvSpPr>
        <p:spPr>
          <a:xfrm>
            <a:off x="17287875" y="733425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index-title-text"/>
          <p:cNvSpPr/>
          <p:nvPr/>
        </p:nvSpPr>
        <p:spPr>
          <a:xfrm>
            <a:off x="792552" y="1619250"/>
            <a:ext cx="82105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675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Index</a:t>
            </a:r>
            <a:endParaRPr lang="en-US" sz="6750" dirty="0"/>
          </a:p>
        </p:txBody>
      </p:sp>
      <p:sp>
        <p:nvSpPr>
          <p:cNvPr id="7" name="item-1-number"/>
          <p:cNvSpPr/>
          <p:nvPr/>
        </p:nvSpPr>
        <p:spPr>
          <a:xfrm>
            <a:off x="6427748" y="25527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8" name="item-1-title"/>
          <p:cNvSpPr/>
          <p:nvPr/>
        </p:nvSpPr>
        <p:spPr>
          <a:xfrm>
            <a:off x="7475498" y="25527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9" name="item-1-subtitle"/>
          <p:cNvSpPr/>
          <p:nvPr/>
        </p:nvSpPr>
        <p:spPr>
          <a:xfrm>
            <a:off x="7475498" y="29527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10" name="item-2-number"/>
          <p:cNvSpPr/>
          <p:nvPr/>
        </p:nvSpPr>
        <p:spPr>
          <a:xfrm>
            <a:off x="12142748" y="25527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11" name="item-2-title"/>
          <p:cNvSpPr/>
          <p:nvPr/>
        </p:nvSpPr>
        <p:spPr>
          <a:xfrm>
            <a:off x="13190498" y="25527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12" name="item-2-subtitle"/>
          <p:cNvSpPr/>
          <p:nvPr/>
        </p:nvSpPr>
        <p:spPr>
          <a:xfrm>
            <a:off x="13190498" y="29527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13" name="item-3-number"/>
          <p:cNvSpPr/>
          <p:nvPr/>
        </p:nvSpPr>
        <p:spPr>
          <a:xfrm>
            <a:off x="6427748" y="37909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14" name="item-3-title"/>
          <p:cNvSpPr/>
          <p:nvPr/>
        </p:nvSpPr>
        <p:spPr>
          <a:xfrm>
            <a:off x="7475498" y="37909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15" name="item-3-subtitle"/>
          <p:cNvSpPr/>
          <p:nvPr/>
        </p:nvSpPr>
        <p:spPr>
          <a:xfrm>
            <a:off x="7475498" y="41910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16" name="item-4-number"/>
          <p:cNvSpPr/>
          <p:nvPr/>
        </p:nvSpPr>
        <p:spPr>
          <a:xfrm>
            <a:off x="12142748" y="37909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17" name="item-4-title"/>
          <p:cNvSpPr/>
          <p:nvPr/>
        </p:nvSpPr>
        <p:spPr>
          <a:xfrm>
            <a:off x="13190498" y="37909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18" name="item-4-subtitle"/>
          <p:cNvSpPr/>
          <p:nvPr/>
        </p:nvSpPr>
        <p:spPr>
          <a:xfrm>
            <a:off x="13190498" y="41910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19" name="item-5-number"/>
          <p:cNvSpPr/>
          <p:nvPr/>
        </p:nvSpPr>
        <p:spPr>
          <a:xfrm>
            <a:off x="6427748" y="50292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20" name="item-5-title"/>
          <p:cNvSpPr/>
          <p:nvPr/>
        </p:nvSpPr>
        <p:spPr>
          <a:xfrm>
            <a:off x="7475498" y="50292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21" name="item-5-subtitle"/>
          <p:cNvSpPr/>
          <p:nvPr/>
        </p:nvSpPr>
        <p:spPr>
          <a:xfrm>
            <a:off x="7475498" y="54292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22" name="item-6-number"/>
          <p:cNvSpPr/>
          <p:nvPr/>
        </p:nvSpPr>
        <p:spPr>
          <a:xfrm>
            <a:off x="12142748" y="50292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23" name="item-6-title"/>
          <p:cNvSpPr/>
          <p:nvPr/>
        </p:nvSpPr>
        <p:spPr>
          <a:xfrm>
            <a:off x="13190498" y="50292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24" name="item-6-subtitle"/>
          <p:cNvSpPr/>
          <p:nvPr/>
        </p:nvSpPr>
        <p:spPr>
          <a:xfrm>
            <a:off x="13190498" y="54292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25" name="item-7-number"/>
          <p:cNvSpPr/>
          <p:nvPr/>
        </p:nvSpPr>
        <p:spPr>
          <a:xfrm>
            <a:off x="6427748" y="62674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26" name="item-7-title"/>
          <p:cNvSpPr/>
          <p:nvPr/>
        </p:nvSpPr>
        <p:spPr>
          <a:xfrm>
            <a:off x="7475498" y="62674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27" name="item-7-subtitle"/>
          <p:cNvSpPr/>
          <p:nvPr/>
        </p:nvSpPr>
        <p:spPr>
          <a:xfrm>
            <a:off x="7475498" y="66675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28" name="item-8-number"/>
          <p:cNvSpPr/>
          <p:nvPr/>
        </p:nvSpPr>
        <p:spPr>
          <a:xfrm>
            <a:off x="12142748" y="62674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29" name="item-8-title"/>
          <p:cNvSpPr/>
          <p:nvPr/>
        </p:nvSpPr>
        <p:spPr>
          <a:xfrm>
            <a:off x="13190498" y="62674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30" name="item-8-subtitle"/>
          <p:cNvSpPr/>
          <p:nvPr/>
        </p:nvSpPr>
        <p:spPr>
          <a:xfrm>
            <a:off x="13190498" y="66675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31" name="item-9-number"/>
          <p:cNvSpPr/>
          <p:nvPr/>
        </p:nvSpPr>
        <p:spPr>
          <a:xfrm>
            <a:off x="6427748" y="75057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32" name="item-9-title"/>
          <p:cNvSpPr/>
          <p:nvPr/>
        </p:nvSpPr>
        <p:spPr>
          <a:xfrm>
            <a:off x="7475498" y="75057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33" name="item-9-subtitle"/>
          <p:cNvSpPr/>
          <p:nvPr/>
        </p:nvSpPr>
        <p:spPr>
          <a:xfrm>
            <a:off x="7475498" y="79057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34" name="item-10-number"/>
          <p:cNvSpPr/>
          <p:nvPr/>
        </p:nvSpPr>
        <p:spPr>
          <a:xfrm>
            <a:off x="12142748" y="75057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35" name="item-10-title"/>
          <p:cNvSpPr/>
          <p:nvPr/>
        </p:nvSpPr>
        <p:spPr>
          <a:xfrm>
            <a:off x="13190498" y="75057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36" name="item-10-subtitle"/>
          <p:cNvSpPr/>
          <p:nvPr/>
        </p:nvSpPr>
        <p:spPr>
          <a:xfrm>
            <a:off x="13190498" y="790575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37" name="item-11-number"/>
          <p:cNvSpPr/>
          <p:nvPr/>
        </p:nvSpPr>
        <p:spPr>
          <a:xfrm>
            <a:off x="6427748" y="87439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38" name="item-11-title"/>
          <p:cNvSpPr/>
          <p:nvPr/>
        </p:nvSpPr>
        <p:spPr>
          <a:xfrm>
            <a:off x="7475498" y="87439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39" name="item-11-subtitle"/>
          <p:cNvSpPr/>
          <p:nvPr/>
        </p:nvSpPr>
        <p:spPr>
          <a:xfrm>
            <a:off x="7475498" y="91440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sp>
        <p:nvSpPr>
          <p:cNvPr id="40" name="item-12-number"/>
          <p:cNvSpPr/>
          <p:nvPr/>
        </p:nvSpPr>
        <p:spPr>
          <a:xfrm>
            <a:off x="12142748" y="874395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01</a:t>
            </a:r>
            <a:endParaRPr lang="en-US" sz="4650" dirty="0"/>
          </a:p>
        </p:txBody>
      </p:sp>
      <p:sp>
        <p:nvSpPr>
          <p:cNvPr id="41" name="item-12-title"/>
          <p:cNvSpPr/>
          <p:nvPr/>
        </p:nvSpPr>
        <p:spPr>
          <a:xfrm>
            <a:off x="13190498" y="874395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 Summary</a:t>
            </a:r>
            <a:endParaRPr lang="en-US" sz="2100" dirty="0"/>
          </a:p>
        </p:txBody>
      </p:sp>
      <p:sp>
        <p:nvSpPr>
          <p:cNvPr id="42" name="item-12-subtitle"/>
          <p:cNvSpPr/>
          <p:nvPr/>
        </p:nvSpPr>
        <p:spPr>
          <a:xfrm>
            <a:off x="13190498" y="91440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 Summary of the Workshop Activities &amp; Key findings &amp; Insights</a:t>
            </a:r>
            <a:endParaRPr lang="en-US" sz="15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DB70A83-1CA8-3889-5209-C78BD95F0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dex-title-container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3124200"/>
            <a:ext cx="16687800" cy="5791200"/>
          </a:xfrm>
          <a:prstGeom prst="rect">
            <a:avLst/>
          </a:prstGeom>
        </p:spPr>
      </p:pic>
      <p:sp>
        <p:nvSpPr>
          <p:cNvPr id="8" name="index-title"/>
          <p:cNvSpPr/>
          <p:nvPr/>
        </p:nvSpPr>
        <p:spPr>
          <a:xfrm>
            <a:off x="800100" y="3124200"/>
            <a:ext cx="16706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Index</a:t>
            </a:r>
            <a:endParaRPr lang="en-US" sz="6000" dirty="0"/>
          </a:p>
        </p:txBody>
      </p:sp>
      <p:sp>
        <p:nvSpPr>
          <p:cNvPr id="9" name="name_01"/>
          <p:cNvSpPr/>
          <p:nvPr/>
        </p:nvSpPr>
        <p:spPr>
          <a:xfrm>
            <a:off x="800100" y="45720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A3EBD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01</a:t>
            </a:r>
            <a:endParaRPr lang="en-US" sz="7200" dirty="0"/>
          </a:p>
        </p:txBody>
      </p:sp>
      <p:sp>
        <p:nvSpPr>
          <p:cNvPr id="10" name="Title"/>
          <p:cNvSpPr/>
          <p:nvPr/>
        </p:nvSpPr>
        <p:spPr>
          <a:xfrm>
            <a:off x="8134350" y="48006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Title</a:t>
            </a:r>
            <a:endParaRPr lang="en-US" sz="3000" dirty="0"/>
          </a:p>
        </p:txBody>
      </p:sp>
      <p:sp>
        <p:nvSpPr>
          <p:cNvPr id="11" name="name_02"/>
          <p:cNvSpPr/>
          <p:nvPr/>
        </p:nvSpPr>
        <p:spPr>
          <a:xfrm>
            <a:off x="9372600" y="45720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A3EBD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02</a:t>
            </a:r>
            <a:endParaRPr lang="en-US" sz="7200" dirty="0"/>
          </a:p>
        </p:txBody>
      </p:sp>
      <p:sp>
        <p:nvSpPr>
          <p:cNvPr id="12" name="Title"/>
          <p:cNvSpPr/>
          <p:nvPr/>
        </p:nvSpPr>
        <p:spPr>
          <a:xfrm>
            <a:off x="16706850" y="48006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Title</a:t>
            </a:r>
            <a:endParaRPr lang="en-US" sz="3000" dirty="0"/>
          </a:p>
        </p:txBody>
      </p:sp>
      <p:sp>
        <p:nvSpPr>
          <p:cNvPr id="13" name="name_03"/>
          <p:cNvSpPr/>
          <p:nvPr/>
        </p:nvSpPr>
        <p:spPr>
          <a:xfrm>
            <a:off x="800100" y="60960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A3EBD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itle"/>
          <p:cNvSpPr/>
          <p:nvPr/>
        </p:nvSpPr>
        <p:spPr>
          <a:xfrm>
            <a:off x="8134350" y="63246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Title</a:t>
            </a:r>
            <a:endParaRPr lang="en-US" sz="3000" dirty="0"/>
          </a:p>
        </p:txBody>
      </p:sp>
      <p:sp>
        <p:nvSpPr>
          <p:cNvPr id="15" name="name_04"/>
          <p:cNvSpPr/>
          <p:nvPr/>
        </p:nvSpPr>
        <p:spPr>
          <a:xfrm>
            <a:off x="9372600" y="60960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A3EBD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04</a:t>
            </a:r>
            <a:endParaRPr lang="en-US" sz="7200" dirty="0"/>
          </a:p>
        </p:txBody>
      </p:sp>
      <p:sp>
        <p:nvSpPr>
          <p:cNvPr id="16" name="Title"/>
          <p:cNvSpPr/>
          <p:nvPr/>
        </p:nvSpPr>
        <p:spPr>
          <a:xfrm>
            <a:off x="16706850" y="63246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Title</a:t>
            </a:r>
            <a:endParaRPr lang="en-US" sz="3000" dirty="0"/>
          </a:p>
        </p:txBody>
      </p:sp>
      <p:sp>
        <p:nvSpPr>
          <p:cNvPr id="17" name="name_05"/>
          <p:cNvSpPr/>
          <p:nvPr/>
        </p:nvSpPr>
        <p:spPr>
          <a:xfrm>
            <a:off x="800100" y="76200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A3EBD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05</a:t>
            </a:r>
            <a:endParaRPr lang="en-US" sz="7200" dirty="0"/>
          </a:p>
        </p:txBody>
      </p:sp>
      <p:sp>
        <p:nvSpPr>
          <p:cNvPr id="18" name="Title"/>
          <p:cNvSpPr/>
          <p:nvPr/>
        </p:nvSpPr>
        <p:spPr>
          <a:xfrm>
            <a:off x="8134350" y="78486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Title</a:t>
            </a:r>
            <a:endParaRPr lang="en-US" sz="30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BB6A7E-CDF6-BE4B-459B-6187171E6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  <p:sp>
        <p:nvSpPr>
          <p:cNvPr id="4" name="Digital Design Strategy">
            <a:extLst>
              <a:ext uri="{FF2B5EF4-FFF2-40B4-BE49-F238E27FC236}">
                <a16:creationId xmlns:a16="http://schemas.microsoft.com/office/drawing/2014/main" id="{9935EDE9-A2A4-D0BD-469A-22A8804D327D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5" name="Project Name">
            <a:extLst>
              <a:ext uri="{FF2B5EF4-FFF2-40B4-BE49-F238E27FC236}">
                <a16:creationId xmlns:a16="http://schemas.microsoft.com/office/drawing/2014/main" id="{C29B5099-5FBA-3F59-B64B-4C6A4802E2B1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6" name="Month Year">
            <a:extLst>
              <a:ext uri="{FF2B5EF4-FFF2-40B4-BE49-F238E27FC236}">
                <a16:creationId xmlns:a16="http://schemas.microsoft.com/office/drawing/2014/main" id="{052052A4-1138-85F1-6460-073F433CEEA9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7" name="2026">
            <a:extLst>
              <a:ext uri="{FF2B5EF4-FFF2-40B4-BE49-F238E27FC236}">
                <a16:creationId xmlns:a16="http://schemas.microsoft.com/office/drawing/2014/main" id="{F724928F-65E9-2D0E-9474-66302FDC1C3D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992C7D-F786-DFE3-273A-A26AC8D9A535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B4EB94-675C-8A16-3A30-9964ECC16F49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8C310B-326B-693D-7087-B1ACD1CCA4B5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248</Words>
  <Application>Microsoft Macintosh PowerPoint</Application>
  <PresentationFormat>Custom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Equip Extended Medium</vt:lpstr>
      <vt:lpstr>Arial</vt:lpstr>
      <vt:lpstr>Equip Extended Light</vt:lpstr>
      <vt:lpstr>Equip Extended Regular</vt:lpstr>
      <vt:lpstr>Equip Regular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2026-06-02T11:50:01Z</dcterms:modified>
</cp:coreProperties>
</file>