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
  </p:notesMasterIdLst>
  <p:sldIdLst>
    <p:sldId id="256" r:id="rId2"/>
    <p:sldId id="257" r:id="rId3"/>
    <p:sldId id="258" r:id="rId4"/>
  </p:sldIdLst>
  <p:sldSz cx="18288000" cy="10287000"/>
  <p:notesSz cx="10287000" cy="18288000"/>
  <p:embeddedFontLst>
    <p:embeddedFont>
      <p:font typeface="Equip Extended Medium" panose="02000603000000020004" pitchFamily="2" charset="77"/>
      <p:regular r:id="rId6"/>
      <p:italic r:id="rId7"/>
    </p:embeddedFont>
    <p:embeddedFont>
      <p:font typeface="Equip Extended Regular" panose="02000503030000020004" pitchFamily="2" charset="77"/>
      <p:regular r:id="rId8"/>
      <p:bold r:id="rId9"/>
      <p:italic r:id="rId10"/>
      <p:boldItalic r:id="rId11"/>
    </p:embeddedFont>
    <p:embeddedFont>
      <p:font typeface="Equip Regular" panose="02000503030000020004" pitchFamily="2" charset="77"/>
      <p:regular r:id="rId12"/>
      <p:bold r:id="rId13"/>
      <p:italic r:id="rId14"/>
      <p:boldItalic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16"/>
    <a:srgbClr val="A4EBD5"/>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p:restoredTop sz="94610"/>
  </p:normalViewPr>
  <p:slideViewPr>
    <p:cSldViewPr snapToGrid="0" snapToObjects="1">
      <p:cViewPr>
        <p:scale>
          <a:sx n="56" d="100"/>
          <a:sy n="56" d="100"/>
        </p:scale>
        <p:origin x="1480" y="952"/>
      </p:cViewPr>
      <p:guideLst>
        <p:guide pos="498"/>
        <p:guide orient="horz"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font" Target="fonts/font10.fntdata"/><Relationship Id="rId10" Type="http://schemas.openxmlformats.org/officeDocument/2006/relationships/font" Target="fonts/font5.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onfidentiality-title"/>
          <p:cNvSpPr/>
          <p:nvPr/>
        </p:nvSpPr>
        <p:spPr>
          <a:xfrm>
            <a:off x="791750" y="6324600"/>
            <a:ext cx="110680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Confidentiality Statement</a:t>
            </a:r>
            <a:endParaRPr lang="en-US" sz="4800" dirty="0"/>
          </a:p>
        </p:txBody>
      </p:sp>
      <p:sp>
        <p:nvSpPr>
          <p:cNvPr id="8" name="confidentiality-body"/>
          <p:cNvSpPr/>
          <p:nvPr/>
        </p:nvSpPr>
        <p:spPr>
          <a:xfrm>
            <a:off x="791750" y="7391400"/>
            <a:ext cx="1106805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This document contains proprietary and confidential information and shall not be used, reproduced, or disclosed to third parties, in whole or in part, for any purpose other than to evaluate this document, without the prior written consent of Nagarro.</a:t>
            </a:r>
            <a:endParaRPr lang="en-US" sz="1800" dirty="0"/>
          </a:p>
        </p:txBody>
      </p:sp>
      <p:sp>
        <p:nvSpPr>
          <p:cNvPr id="9" name="Digital Design Strategy">
            <a:extLst>
              <a:ext uri="{FF2B5EF4-FFF2-40B4-BE49-F238E27FC236}">
                <a16:creationId xmlns:a16="http://schemas.microsoft.com/office/drawing/2014/main" id="{1EE1C68C-8264-8E3C-1315-C00D50359066}"/>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10A5352C-DA41-E33F-59D7-ECC37DC8E1D6}"/>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508C2BCA-48B7-81CF-765A-6B98F89ED9C4}"/>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0CE496A5-B0E1-FF5C-2BD0-924CD6699EA3}"/>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10193407-A73D-06E0-4377-0FB2ABA576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8E2884E7-7A54-6924-7B22-5D5761B16D16}"/>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4AFF323-01B7-FC74-330D-B24728C36FD8}"/>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4F71937-FB39-8C88-53B1-24390AA703C5}"/>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onfidentiality-title"/>
          <p:cNvSpPr/>
          <p:nvPr/>
        </p:nvSpPr>
        <p:spPr>
          <a:xfrm>
            <a:off x="4791075" y="4210050"/>
            <a:ext cx="8705850" cy="762000"/>
          </a:xfrm>
          <a:prstGeom prst="rect">
            <a:avLst/>
          </a:prstGeom>
          <a:noFill/>
          <a:ln/>
        </p:spPr>
        <p:txBody>
          <a:bodyPr wrap="square" lIns="0" tIns="0" rIns="0" bIns="0" rtlCol="0" anchor="t"/>
          <a:lstStyle/>
          <a:p>
            <a:pPr marL="0" indent="0" algn="ctr">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Confidentiality Statement</a:t>
            </a:r>
            <a:endParaRPr lang="en-US" sz="4800" dirty="0"/>
          </a:p>
        </p:txBody>
      </p:sp>
      <p:sp>
        <p:nvSpPr>
          <p:cNvPr id="8" name="confidentiality-body"/>
          <p:cNvSpPr/>
          <p:nvPr/>
        </p:nvSpPr>
        <p:spPr>
          <a:xfrm>
            <a:off x="4791075" y="5200650"/>
            <a:ext cx="8705850" cy="88582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This document contains proprietary and confidential information and shall not be used, reproduced, or disclosed to third parties, in whole or in part, for any purpose other than to evaluate this document, without the prior written consent of Nagarro.</a:t>
            </a:r>
            <a:endParaRPr lang="en-US" sz="1800" dirty="0"/>
          </a:p>
        </p:txBody>
      </p:sp>
      <p:sp>
        <p:nvSpPr>
          <p:cNvPr id="9" name="Digital Design Strategy">
            <a:extLst>
              <a:ext uri="{FF2B5EF4-FFF2-40B4-BE49-F238E27FC236}">
                <a16:creationId xmlns:a16="http://schemas.microsoft.com/office/drawing/2014/main" id="{49829C97-83E6-C0FB-C2DD-3518E62F90B0}"/>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B1AB3339-29DE-0F00-A678-36DBB7EF0F12}"/>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CE6CBC6F-4E51-75ED-56C9-C1CB1C62114E}"/>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EE893A76-8286-E03E-3DE5-F493401D5FB7}"/>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CC225696-09EC-7FB6-18B1-DB29DD7BAD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A99D6C06-08AB-45C6-9100-6B9C913E63E7}"/>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14F91300-ECB1-4B67-173E-8DD38FF90D3C}"/>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552C329-5EA3-D003-7377-6FD437AC8B7A}"/>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onfidentiality-body"/>
          <p:cNvSpPr/>
          <p:nvPr/>
        </p:nvSpPr>
        <p:spPr>
          <a:xfrm>
            <a:off x="800100" y="7677150"/>
            <a:ext cx="6753225" cy="1181100"/>
          </a:xfrm>
          <a:prstGeom prst="rect">
            <a:avLst/>
          </a:prstGeom>
          <a:noFill/>
          <a:ln/>
        </p:spPr>
        <p:txBody>
          <a:bodyPr wrap="square" lIns="0" tIns="0" rIns="0" bIns="0" rtlCol="0" anchor="t"/>
          <a:lstStyle/>
          <a:p>
            <a:pPr marL="0" indent="0" algn="l">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This document contais proprietary and confidential information and shall not be used, reproduced, or disclosed to third parties, in whole or in part, for any purpose other than to evaluate this document, without the prior written consent of Nagarro.</a:t>
            </a:r>
            <a:endParaRPr lang="en-US" sz="1800" dirty="0"/>
          </a:p>
        </p:txBody>
      </p:sp>
      <p:sp>
        <p:nvSpPr>
          <p:cNvPr id="8" name="confidentiality-title"/>
          <p:cNvSpPr/>
          <p:nvPr/>
        </p:nvSpPr>
        <p:spPr>
          <a:xfrm>
            <a:off x="788734" y="1724025"/>
            <a:ext cx="16754475" cy="914400"/>
          </a:xfrm>
          <a:prstGeom prst="rect">
            <a:avLst/>
          </a:prstGeom>
          <a:noFill/>
          <a:ln/>
        </p:spPr>
        <p:txBody>
          <a:bodyPr wrap="square" lIns="0" tIns="0" rIns="0" bIns="0" rtlCol="0" anchor="t"/>
          <a:lstStyle/>
          <a:p>
            <a:pPr marL="0" indent="0" algn="l">
              <a:lnSpc>
                <a:spcPts val="7200"/>
              </a:lnSpc>
              <a:buNone/>
            </a:pPr>
            <a:r>
              <a:rPr lang="en-US" sz="7200" kern="0" spc="-112" dirty="0">
                <a:solidFill>
                  <a:srgbClr val="010716"/>
                </a:solidFill>
                <a:latin typeface="Equip Extended Medium" pitchFamily="34" charset="0"/>
                <a:ea typeface="Equip Extended Medium" pitchFamily="34" charset="-122"/>
                <a:cs typeface="Equip Extended Medium" pitchFamily="34" charset="-120"/>
              </a:rPr>
              <a:t>Confidentiality Statement</a:t>
            </a:r>
            <a:endParaRPr lang="en-US" sz="7200" dirty="0"/>
          </a:p>
        </p:txBody>
      </p:sp>
      <p:sp>
        <p:nvSpPr>
          <p:cNvPr id="9" name="Digital Design Strategy">
            <a:extLst>
              <a:ext uri="{FF2B5EF4-FFF2-40B4-BE49-F238E27FC236}">
                <a16:creationId xmlns:a16="http://schemas.microsoft.com/office/drawing/2014/main" id="{BDFDF0D2-36A0-ABEB-4A47-995BEC612B53}"/>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AE8DD8DA-AA12-41A8-A0DE-45F8187F13A4}"/>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DF3192B4-897D-C07A-BC4D-AC8689558EEB}"/>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B8B96D75-7846-3321-8A7F-5D8F727726FC}"/>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3161BA85-F005-C152-640C-1183D79CB8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689D5AAD-3E4A-08A8-3A0C-C3642D55DA2F}"/>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896605D-E33A-391F-0A96-AC059D7E57CE}"/>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84DC45F-CDB5-A842-F3BE-E1C749DF1416}"/>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168</Words>
  <Application>Microsoft Macintosh PowerPoint</Application>
  <PresentationFormat>Custom</PresentationFormat>
  <Paragraphs>18</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Equip Extended Medium</vt:lpstr>
      <vt:lpstr>Arial</vt:lpstr>
      <vt:lpstr>Equip Extended Regular</vt:lpstr>
      <vt:lpstr>Equip Regular</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7</cp:revision>
  <dcterms:created xsi:type="dcterms:W3CDTF">2026-05-27T18:03:55Z</dcterms:created>
  <dcterms:modified xsi:type="dcterms:W3CDTF">2026-06-02T11:26:01Z</dcterms:modified>
</cp:coreProperties>
</file>