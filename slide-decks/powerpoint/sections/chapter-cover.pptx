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10287000" cy="18288000"/>
  <p:embeddedFontLst>
    <p:embeddedFont>
      <p:font typeface="Equip Extended Bold" panose="02000503030000020004" pitchFamily="2" charset="77"/>
      <p:bold r:id="rId6"/>
      <p:italic r:id="rId7"/>
      <p:boldItalic r:id="rId8"/>
    </p:embeddedFont>
    <p:embeddedFont>
      <p:font typeface="Equip Extended Light" panose="02000503000000020004" pitchFamily="2" charset="77"/>
      <p:regular r:id="rId9"/>
      <p:italic r:id="rId10"/>
    </p:embeddedFont>
    <p:embeddedFont>
      <p:font typeface="Equip Extended Medium" panose="02000603000000020004" pitchFamily="2" charset="77"/>
      <p:regular r:id="rId11"/>
      <p:italic r:id="rId12"/>
    </p:embeddedFont>
    <p:embeddedFont>
      <p:font typeface="Equip Extended Regular" panose="02000503030000020004" pitchFamily="2" charset="77"/>
      <p:regular r:id="rId13"/>
      <p:bold r:id="rId14"/>
      <p:italic r:id="rId15"/>
      <p:boldItalic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  <p15:guide id="2" pos="110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16"/>
    <a:srgbClr val="A4EBD5"/>
    <a:srgbClr val="2C807C"/>
    <a:srgbClr val="FDF4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92"/>
    <p:restoredTop sz="94610"/>
  </p:normalViewPr>
  <p:slideViewPr>
    <p:cSldViewPr snapToGrid="0" snapToObjects="1">
      <p:cViewPr>
        <p:scale>
          <a:sx n="75" d="100"/>
          <a:sy n="75" d="100"/>
        </p:scale>
        <p:origin x="360" y="320"/>
      </p:cViewPr>
      <p:guideLst>
        <p:guide pos="498"/>
        <p:guide pos="11022"/>
        <p:guide orient="horz"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411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pter-title"/>
          <p:cNvSpPr/>
          <p:nvPr/>
        </p:nvSpPr>
        <p:spPr>
          <a:xfrm>
            <a:off x="793242" y="3648075"/>
            <a:ext cx="12487275" cy="4876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19200"/>
              </a:lnSpc>
              <a:buNone/>
            </a:pPr>
            <a:r>
              <a:rPr lang="en-US" sz="19200" b="1" kern="0" spc="-112" dirty="0">
                <a:solidFill>
                  <a:srgbClr val="FFFFFF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Chapter title </a:t>
            </a:r>
            <a:endParaRPr lang="en-US" sz="19200" dirty="0"/>
          </a:p>
        </p:txBody>
      </p:sp>
      <p:sp>
        <p:nvSpPr>
          <p:cNvPr id="8" name="chapter-number"/>
          <p:cNvSpPr/>
          <p:nvPr/>
        </p:nvSpPr>
        <p:spPr>
          <a:xfrm>
            <a:off x="16305530" y="7610475"/>
            <a:ext cx="1181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FFFFFF"/>
                </a:solidFill>
                <a:latin typeface="Equip Extended Light" pitchFamily="34" charset="0"/>
                <a:ea typeface="Equip Extended Light" pitchFamily="34" charset="-122"/>
                <a:cs typeface="Equip Extended Light" pitchFamily="34" charset="-120"/>
              </a:rPr>
              <a:t>01</a:t>
            </a:r>
            <a:endParaRPr lang="en-US" sz="7200" dirty="0"/>
          </a:p>
        </p:txBody>
      </p:sp>
      <p:sp>
        <p:nvSpPr>
          <p:cNvPr id="9" name="Digital Design Strategy">
            <a:extLst>
              <a:ext uri="{FF2B5EF4-FFF2-40B4-BE49-F238E27FC236}">
                <a16:creationId xmlns:a16="http://schemas.microsoft.com/office/drawing/2014/main" id="{7F84B31F-EB88-9D42-AEBF-E3C9B11E3634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/>
          </a:p>
        </p:txBody>
      </p:sp>
      <p:sp>
        <p:nvSpPr>
          <p:cNvPr id="10" name="Project Name">
            <a:extLst>
              <a:ext uri="{FF2B5EF4-FFF2-40B4-BE49-F238E27FC236}">
                <a16:creationId xmlns:a16="http://schemas.microsoft.com/office/drawing/2014/main" id="{5F55038D-F9C4-1220-B337-AF290835F497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1EAF8650-6D37-2BA0-BCDB-CE58DF3D3E76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12" name="2026">
            <a:extLst>
              <a:ext uri="{FF2B5EF4-FFF2-40B4-BE49-F238E27FC236}">
                <a16:creationId xmlns:a16="http://schemas.microsoft.com/office/drawing/2014/main" id="{6BDA465E-5011-E273-EE42-BEADAC6896D0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40CD03B-B15A-8617-DEEA-EDA7B7F9F2E8}"/>
              </a:ext>
            </a:extLst>
          </p:cNvPr>
          <p:cNvCxnSpPr>
            <a:cxnSpLocks/>
          </p:cNvCxnSpPr>
          <p:nvPr/>
        </p:nvCxnSpPr>
        <p:spPr>
          <a:xfrm>
            <a:off x="800099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E54CBA-1E1A-07B2-4F39-4C668A35359B}"/>
              </a:ext>
            </a:extLst>
          </p:cNvPr>
          <p:cNvCxnSpPr>
            <a:cxnSpLocks/>
          </p:cNvCxnSpPr>
          <p:nvPr/>
        </p:nvCxnSpPr>
        <p:spPr>
          <a:xfrm>
            <a:off x="120777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031E8B-6C1B-05CF-A54E-2B2F68B93F1A}"/>
              </a:ext>
            </a:extLst>
          </p:cNvPr>
          <p:cNvCxnSpPr>
            <a:cxnSpLocks/>
          </p:cNvCxnSpPr>
          <p:nvPr/>
        </p:nvCxnSpPr>
        <p:spPr>
          <a:xfrm>
            <a:off x="64389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6E2D68D3-E8D6-ECE2-3939-B4C7584936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040" y="101077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pter-number"/>
          <p:cNvSpPr/>
          <p:nvPr/>
        </p:nvSpPr>
        <p:spPr>
          <a:xfrm>
            <a:off x="800100" y="3629025"/>
            <a:ext cx="110934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FFFFFF"/>
                </a:solidFill>
                <a:latin typeface="Equip Extended Medium" pitchFamily="34" charset="0"/>
                <a:ea typeface="Equip Extended Medium" pitchFamily="34" charset="-122"/>
                <a:cs typeface="Equip Extended Medium" pitchFamily="34" charset="-120"/>
              </a:rPr>
              <a:t>01</a:t>
            </a:r>
            <a:endParaRPr lang="en-US" sz="7200" dirty="0"/>
          </a:p>
        </p:txBody>
      </p:sp>
      <p:sp>
        <p:nvSpPr>
          <p:cNvPr id="8" name="chapter-title"/>
          <p:cNvSpPr/>
          <p:nvPr/>
        </p:nvSpPr>
        <p:spPr>
          <a:xfrm>
            <a:off x="800100" y="4829175"/>
            <a:ext cx="1365567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0"/>
              </a:lnSpc>
              <a:buNone/>
            </a:pPr>
            <a:r>
              <a:rPr lang="en-US" sz="9600" b="1" kern="0" spc="-112" dirty="0">
                <a:solidFill>
                  <a:srgbClr val="FFFFFF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Chapter title </a:t>
            </a:r>
            <a:endParaRPr lang="en-US" sz="9600" dirty="0"/>
          </a:p>
        </p:txBody>
      </p:sp>
      <p:sp>
        <p:nvSpPr>
          <p:cNvPr id="9" name="Digital Design Strategy">
            <a:extLst>
              <a:ext uri="{FF2B5EF4-FFF2-40B4-BE49-F238E27FC236}">
                <a16:creationId xmlns:a16="http://schemas.microsoft.com/office/drawing/2014/main" id="{CCA4AD09-1C02-ADE5-97C8-9CDA3011CE53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/>
          </a:p>
        </p:txBody>
      </p:sp>
      <p:sp>
        <p:nvSpPr>
          <p:cNvPr id="10" name="Project Name">
            <a:extLst>
              <a:ext uri="{FF2B5EF4-FFF2-40B4-BE49-F238E27FC236}">
                <a16:creationId xmlns:a16="http://schemas.microsoft.com/office/drawing/2014/main" id="{815A1434-2EFC-D2A7-C206-1C2C777F74F6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F1DCBD01-952B-43FD-5E25-9F0E37390903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12" name="2026">
            <a:extLst>
              <a:ext uri="{FF2B5EF4-FFF2-40B4-BE49-F238E27FC236}">
                <a16:creationId xmlns:a16="http://schemas.microsoft.com/office/drawing/2014/main" id="{AD6C9B31-CAF2-049C-8F36-490EAC194D08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8CEEB22-69D6-1156-83CE-2F2D0D5DD409}"/>
              </a:ext>
            </a:extLst>
          </p:cNvPr>
          <p:cNvCxnSpPr>
            <a:cxnSpLocks/>
          </p:cNvCxnSpPr>
          <p:nvPr/>
        </p:nvCxnSpPr>
        <p:spPr>
          <a:xfrm>
            <a:off x="800099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93C6B6-B0DB-AA41-6092-5A10DC282F25}"/>
              </a:ext>
            </a:extLst>
          </p:cNvPr>
          <p:cNvCxnSpPr>
            <a:cxnSpLocks/>
          </p:cNvCxnSpPr>
          <p:nvPr/>
        </p:nvCxnSpPr>
        <p:spPr>
          <a:xfrm>
            <a:off x="120777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A6D3B3-38C3-4A73-4813-F035ADE7F265}"/>
              </a:ext>
            </a:extLst>
          </p:cNvPr>
          <p:cNvCxnSpPr>
            <a:cxnSpLocks/>
          </p:cNvCxnSpPr>
          <p:nvPr/>
        </p:nvCxnSpPr>
        <p:spPr>
          <a:xfrm>
            <a:off x="64389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449494D5-0110-DCA0-29B5-79F081A899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040" y="101077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pter-title"/>
          <p:cNvSpPr/>
          <p:nvPr/>
        </p:nvSpPr>
        <p:spPr>
          <a:xfrm>
            <a:off x="799650" y="7305675"/>
            <a:ext cx="1309687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9600"/>
              </a:lnSpc>
              <a:buNone/>
            </a:pPr>
            <a:r>
              <a:rPr lang="en-US" sz="9600" b="1" kern="0" spc="-112" dirty="0">
                <a:solidFill>
                  <a:srgbClr val="FFFFFF"/>
                </a:solidFill>
                <a:latin typeface="Equip Extended Bold" pitchFamily="34" charset="0"/>
                <a:ea typeface="Equip Extended Bold" pitchFamily="34" charset="-122"/>
                <a:cs typeface="Equip Extended Bold" pitchFamily="34" charset="-120"/>
              </a:rPr>
              <a:t>Chapter Title</a:t>
            </a:r>
            <a:endParaRPr lang="en-US" sz="9600" dirty="0"/>
          </a:p>
        </p:txBody>
      </p:sp>
      <p:sp>
        <p:nvSpPr>
          <p:cNvPr id="8" name="chapter-number"/>
          <p:cNvSpPr/>
          <p:nvPr/>
        </p:nvSpPr>
        <p:spPr>
          <a:xfrm>
            <a:off x="16325850" y="7610475"/>
            <a:ext cx="1181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7200" kern="0" spc="-112" dirty="0">
                <a:solidFill>
                  <a:srgbClr val="FFFFFF"/>
                </a:solidFill>
                <a:latin typeface="Equip Extended Light" pitchFamily="34" charset="0"/>
                <a:ea typeface="Equip Extended Light" pitchFamily="34" charset="-122"/>
                <a:cs typeface="Equip Extended Light" pitchFamily="34" charset="-120"/>
              </a:rPr>
              <a:t>01</a:t>
            </a:r>
            <a:endParaRPr lang="en-US" sz="7200" dirty="0"/>
          </a:p>
        </p:txBody>
      </p:sp>
      <p:sp>
        <p:nvSpPr>
          <p:cNvPr id="9" name="Digital Design Strategy">
            <a:extLst>
              <a:ext uri="{FF2B5EF4-FFF2-40B4-BE49-F238E27FC236}">
                <a16:creationId xmlns:a16="http://schemas.microsoft.com/office/drawing/2014/main" id="{9172FA11-AB4B-A9C1-EC46-9C178D45D67D}"/>
              </a:ext>
            </a:extLst>
          </p:cNvPr>
          <p:cNvSpPr/>
          <p:nvPr/>
        </p:nvSpPr>
        <p:spPr>
          <a:xfrm>
            <a:off x="800100" y="948690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Digital Design Strategy</a:t>
            </a:r>
            <a:endParaRPr lang="en-US" sz="1200" dirty="0"/>
          </a:p>
        </p:txBody>
      </p:sp>
      <p:sp>
        <p:nvSpPr>
          <p:cNvPr id="10" name="Project Name">
            <a:extLst>
              <a:ext uri="{FF2B5EF4-FFF2-40B4-BE49-F238E27FC236}">
                <a16:creationId xmlns:a16="http://schemas.microsoft.com/office/drawing/2014/main" id="{EF6818CB-EC7C-5A6E-37C0-0003C1A2EA64}"/>
              </a:ext>
            </a:extLst>
          </p:cNvPr>
          <p:cNvSpPr/>
          <p:nvPr/>
        </p:nvSpPr>
        <p:spPr>
          <a:xfrm>
            <a:off x="6438900" y="94869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A8A7ADBC-FE55-E25E-E855-68AB230C380A}"/>
              </a:ext>
            </a:extLst>
          </p:cNvPr>
          <p:cNvSpPr/>
          <p:nvPr/>
        </p:nvSpPr>
        <p:spPr>
          <a:xfrm>
            <a:off x="12077700" y="94869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Month Year</a:t>
            </a:r>
            <a:endParaRPr lang="en-US" sz="1200" dirty="0"/>
          </a:p>
        </p:txBody>
      </p:sp>
      <p:sp>
        <p:nvSpPr>
          <p:cNvPr id="12" name="2026">
            <a:extLst>
              <a:ext uri="{FF2B5EF4-FFF2-40B4-BE49-F238E27FC236}">
                <a16:creationId xmlns:a16="http://schemas.microsoft.com/office/drawing/2014/main" id="{8236644A-F2A4-CCA8-F522-14DE2CFC0C3D}"/>
              </a:ext>
            </a:extLst>
          </p:cNvPr>
          <p:cNvSpPr/>
          <p:nvPr/>
        </p:nvSpPr>
        <p:spPr>
          <a:xfrm>
            <a:off x="16925925" y="9486900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C4C9D2"/>
                </a:solidFill>
                <a:latin typeface="Equip Extended Regular" pitchFamily="34" charset="0"/>
                <a:ea typeface="Equip Extended Regular" pitchFamily="34" charset="-122"/>
                <a:cs typeface="Equip Extended Regular" pitchFamily="34" charset="-120"/>
              </a:rPr>
              <a:t>© 2026</a:t>
            </a:r>
            <a:endParaRPr lang="en-US" sz="12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93AEA00-BC07-1A19-E42C-E90CF9ACD722}"/>
              </a:ext>
            </a:extLst>
          </p:cNvPr>
          <p:cNvCxnSpPr>
            <a:cxnSpLocks/>
          </p:cNvCxnSpPr>
          <p:nvPr/>
        </p:nvCxnSpPr>
        <p:spPr>
          <a:xfrm>
            <a:off x="800099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049EF6-810D-BBE7-A6E8-657D10C2D55F}"/>
              </a:ext>
            </a:extLst>
          </p:cNvPr>
          <p:cNvCxnSpPr>
            <a:cxnSpLocks/>
          </p:cNvCxnSpPr>
          <p:nvPr/>
        </p:nvCxnSpPr>
        <p:spPr>
          <a:xfrm>
            <a:off x="120777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AC85DB-5D77-B1A2-1971-190515BF5416}"/>
              </a:ext>
            </a:extLst>
          </p:cNvPr>
          <p:cNvCxnSpPr>
            <a:cxnSpLocks/>
          </p:cNvCxnSpPr>
          <p:nvPr/>
        </p:nvCxnSpPr>
        <p:spPr>
          <a:xfrm>
            <a:off x="6438900" y="9222477"/>
            <a:ext cx="5400000" cy="0"/>
          </a:xfrm>
          <a:prstGeom prst="line">
            <a:avLst/>
          </a:prstGeom>
          <a:ln>
            <a:solidFill>
              <a:srgbClr val="FFFFFF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66733FF2-10D2-A32A-4A52-D3AB6B6D7C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040" y="101077"/>
            <a:ext cx="2198820" cy="16491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36</Words>
  <Application>Microsoft Macintosh PowerPoint</Application>
  <PresentationFormat>Custom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Equip Extended Medium</vt:lpstr>
      <vt:lpstr>Equip Extended Bold</vt:lpstr>
      <vt:lpstr>Arial</vt:lpstr>
      <vt:lpstr>Equip Extended Light</vt:lpstr>
      <vt:lpstr>Equip Extended Regular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Carolina Baptista</cp:lastModifiedBy>
  <cp:revision>7</cp:revision>
  <dcterms:created xsi:type="dcterms:W3CDTF">2026-05-27T18:03:55Z</dcterms:created>
  <dcterms:modified xsi:type="dcterms:W3CDTF">2026-06-02T11:24:44Z</dcterms:modified>
</cp:coreProperties>
</file>