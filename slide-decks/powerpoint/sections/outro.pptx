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10287000" cy="18288000"/>
  <p:embeddedFontLst>
    <p:embeddedFont>
      <p:font typeface="Equip Extended Regular" panose="02000503030000020004" pitchFamily="2" charset="77"/>
      <p:regular r:id="rId4"/>
      <p:bold r:id="rId5"/>
      <p:italic r:id="rId6"/>
      <p:boldItalic r:id="rId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716"/>
    <a:srgbClr val="A4EBD5"/>
    <a:srgbClr val="2C807C"/>
    <a:srgbClr val="FDF4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92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0411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agarro-logo-mint-shadows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258300" y="3028950"/>
            <a:ext cx="5676900" cy="4238625"/>
          </a:xfrm>
          <a:prstGeom prst="rect">
            <a:avLst/>
          </a:prstGeom>
        </p:spPr>
      </p:pic>
      <p:sp>
        <p:nvSpPr>
          <p:cNvPr id="8" name="outro-headline"/>
          <p:cNvSpPr/>
          <p:nvPr/>
        </p:nvSpPr>
        <p:spPr>
          <a:xfrm>
            <a:off x="2190750" y="4381500"/>
            <a:ext cx="542925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800" kern="0" spc="-112" dirty="0">
                <a:solidFill>
                  <a:srgbClr val="FFFFFF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Imagine what we can do together!</a:t>
            </a:r>
            <a:endParaRPr lang="en-US" sz="4800" dirty="0"/>
          </a:p>
        </p:txBody>
      </p:sp>
      <p:sp>
        <p:nvSpPr>
          <p:cNvPr id="2" name="Digital Design Strategy">
            <a:extLst>
              <a:ext uri="{FF2B5EF4-FFF2-40B4-BE49-F238E27FC236}">
                <a16:creationId xmlns:a16="http://schemas.microsoft.com/office/drawing/2014/main" id="{19856448-6CDA-6999-6F43-E1D8966D455B}"/>
              </a:ext>
            </a:extLst>
          </p:cNvPr>
          <p:cNvSpPr/>
          <p:nvPr/>
        </p:nvSpPr>
        <p:spPr>
          <a:xfrm>
            <a:off x="800100" y="94869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Digital Design Strategy</a:t>
            </a:r>
            <a:endParaRPr lang="en-US" sz="1200" dirty="0"/>
          </a:p>
        </p:txBody>
      </p:sp>
      <p:sp>
        <p:nvSpPr>
          <p:cNvPr id="10" name="Project Name">
            <a:extLst>
              <a:ext uri="{FF2B5EF4-FFF2-40B4-BE49-F238E27FC236}">
                <a16:creationId xmlns:a16="http://schemas.microsoft.com/office/drawing/2014/main" id="{0C4E3ED3-76BE-B573-1ADB-FF3F8F0F9C7F}"/>
              </a:ext>
            </a:extLst>
          </p:cNvPr>
          <p:cNvSpPr/>
          <p:nvPr/>
        </p:nvSpPr>
        <p:spPr>
          <a:xfrm>
            <a:off x="6438900" y="94869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Name</a:t>
            </a:r>
            <a:endParaRPr lang="en-US" sz="1200" dirty="0"/>
          </a:p>
        </p:txBody>
      </p:sp>
      <p:sp>
        <p:nvSpPr>
          <p:cNvPr id="11" name="Month Year">
            <a:extLst>
              <a:ext uri="{FF2B5EF4-FFF2-40B4-BE49-F238E27FC236}">
                <a16:creationId xmlns:a16="http://schemas.microsoft.com/office/drawing/2014/main" id="{43F84514-7FF2-81CD-0931-C5F995825256}"/>
              </a:ext>
            </a:extLst>
          </p:cNvPr>
          <p:cNvSpPr/>
          <p:nvPr/>
        </p:nvSpPr>
        <p:spPr>
          <a:xfrm>
            <a:off x="12077700" y="94869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Month Year</a:t>
            </a:r>
            <a:endParaRPr lang="en-US" sz="1200" dirty="0"/>
          </a:p>
        </p:txBody>
      </p:sp>
      <p:sp>
        <p:nvSpPr>
          <p:cNvPr id="12" name="2026">
            <a:extLst>
              <a:ext uri="{FF2B5EF4-FFF2-40B4-BE49-F238E27FC236}">
                <a16:creationId xmlns:a16="http://schemas.microsoft.com/office/drawing/2014/main" id="{A6551B85-1FC0-F859-8A28-A8B23A232D3D}"/>
              </a:ext>
            </a:extLst>
          </p:cNvPr>
          <p:cNvSpPr/>
          <p:nvPr/>
        </p:nvSpPr>
        <p:spPr>
          <a:xfrm>
            <a:off x="16925925" y="9486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© 2026</a:t>
            </a:r>
            <a:endParaRPr lang="en-US" sz="1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2ACE24-293A-784B-470A-89DC23918D4A}"/>
              </a:ext>
            </a:extLst>
          </p:cNvPr>
          <p:cNvCxnSpPr>
            <a:cxnSpLocks/>
          </p:cNvCxnSpPr>
          <p:nvPr/>
        </p:nvCxnSpPr>
        <p:spPr>
          <a:xfrm>
            <a:off x="800099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51CC92-00E9-E7A9-E574-9EBA070F4F59}"/>
              </a:ext>
            </a:extLst>
          </p:cNvPr>
          <p:cNvCxnSpPr>
            <a:cxnSpLocks/>
          </p:cNvCxnSpPr>
          <p:nvPr/>
        </p:nvCxnSpPr>
        <p:spPr>
          <a:xfrm>
            <a:off x="12077700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C64EAD4-7D18-C5DD-3AC2-129EEB813E3F}"/>
              </a:ext>
            </a:extLst>
          </p:cNvPr>
          <p:cNvCxnSpPr>
            <a:cxnSpLocks/>
          </p:cNvCxnSpPr>
          <p:nvPr/>
        </p:nvCxnSpPr>
        <p:spPr>
          <a:xfrm>
            <a:off x="6438900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>
            <a:extLst>
              <a:ext uri="{FF2B5EF4-FFF2-40B4-BE49-F238E27FC236}">
                <a16:creationId xmlns:a16="http://schemas.microsoft.com/office/drawing/2014/main" id="{D7D599C4-6B6D-4365-DFF8-2C0BEBBBE8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040" y="101077"/>
            <a:ext cx="2198820" cy="16491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16</Words>
  <Application>Microsoft Macintosh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Equip Extended Regular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Carolina Baptista</cp:lastModifiedBy>
  <cp:revision>7</cp:revision>
  <dcterms:created xsi:type="dcterms:W3CDTF">2026-05-27T18:03:55Z</dcterms:created>
  <dcterms:modified xsi:type="dcterms:W3CDTF">2026-06-02T12:17:22Z</dcterms:modified>
</cp:coreProperties>
</file>