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embeddedFontLst>
    <p:embeddedFont>
      <p:font typeface="Equip Extended Bold" panose="02000503030000020004" pitchFamily="2" charset="77"/>
      <p:bold r:id="rId5"/>
      <p:italic r:id="rId6"/>
      <p:boldItalic r:id="rId7"/>
    </p:embeddedFont>
    <p:embeddedFont>
      <p:font typeface="Equip Extended Medium" panose="02000603000000020004" pitchFamily="2" charset="77"/>
      <p:regular r:id="rId8"/>
      <p:italic r:id="rId9"/>
    </p:embeddedFont>
    <p:embeddedFont>
      <p:font typeface="Equip Extended Regular" panose="02000503030000020004" pitchFamily="2" charset="77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498" userDrawn="1">
          <p15:clr>
            <a:srgbClr val="A4A3A4"/>
          </p15:clr>
        </p15:guide>
        <p15:guide id="3" pos="110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79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24" y="328"/>
      </p:cViewPr>
      <p:guideLst>
        <p:guide orient="horz" pos="3240"/>
        <p:guide pos="498"/>
        <p:guide pos="110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gital Design Strategy"/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4" name="Project Name"/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5" name="Month Year"/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6" name="2026"/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sp>
        <p:nvSpPr>
          <p:cNvPr id="7" name="cover-title"/>
          <p:cNvSpPr/>
          <p:nvPr/>
        </p:nvSpPr>
        <p:spPr>
          <a:xfrm>
            <a:off x="800100" y="4152900"/>
            <a:ext cx="124872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0"/>
              </a:lnSpc>
              <a:buNone/>
            </a:pPr>
            <a:r>
              <a:rPr lang="en-US" sz="9600" b="1" kern="0" spc="-112" dirty="0">
                <a:solidFill>
                  <a:srgbClr val="FFFFF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Your title goes here</a:t>
            </a:r>
            <a:endParaRPr lang="en-US" sz="9600" dirty="0"/>
          </a:p>
        </p:txBody>
      </p:sp>
      <p:sp>
        <p:nvSpPr>
          <p:cNvPr id="8" name="cover-subtitle"/>
          <p:cNvSpPr/>
          <p:nvPr/>
        </p:nvSpPr>
        <p:spPr>
          <a:xfrm>
            <a:off x="800100" y="5676900"/>
            <a:ext cx="1247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Your subtitle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AABD49-79CD-B099-B3DD-E3904B7B9C4B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E85BAF-368E-E55B-999B-C3FAF1D82206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FFF410-9F6F-36BB-459A-E4F470F5ECB6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DA71DCDD-7771-4222-8F35-051D07AA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title"/>
          <p:cNvSpPr/>
          <p:nvPr/>
        </p:nvSpPr>
        <p:spPr>
          <a:xfrm>
            <a:off x="800100" y="1743075"/>
            <a:ext cx="13230225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0"/>
              </a:lnSpc>
              <a:buNone/>
            </a:pPr>
            <a:r>
              <a:rPr lang="en-US" sz="19200" b="1" kern="0" spc="-112" dirty="0">
                <a:solidFill>
                  <a:srgbClr val="FFFFF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Your title goes here</a:t>
            </a:r>
            <a:endParaRPr lang="en-US" sz="19200" dirty="0"/>
          </a:p>
        </p:txBody>
      </p:sp>
      <p:sp>
        <p:nvSpPr>
          <p:cNvPr id="8" name="cover-subtitle"/>
          <p:cNvSpPr/>
          <p:nvPr/>
        </p:nvSpPr>
        <p:spPr>
          <a:xfrm>
            <a:off x="12287250" y="83248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Your subtitle goes here</a:t>
            </a:r>
            <a:endParaRPr lang="en-US" sz="3600" dirty="0"/>
          </a:p>
        </p:txBody>
      </p:sp>
      <p:sp>
        <p:nvSpPr>
          <p:cNvPr id="16" name="Digital Design Strategy">
            <a:extLst>
              <a:ext uri="{FF2B5EF4-FFF2-40B4-BE49-F238E27FC236}">
                <a16:creationId xmlns:a16="http://schemas.microsoft.com/office/drawing/2014/main" id="{F4E37978-111F-4B98-D6E1-5CDB3F56D424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7" name="Project Name">
            <a:extLst>
              <a:ext uri="{FF2B5EF4-FFF2-40B4-BE49-F238E27FC236}">
                <a16:creationId xmlns:a16="http://schemas.microsoft.com/office/drawing/2014/main" id="{38A0392A-CF73-C4BD-3C15-3A3A5C845785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8" name="Month Year">
            <a:extLst>
              <a:ext uri="{FF2B5EF4-FFF2-40B4-BE49-F238E27FC236}">
                <a16:creationId xmlns:a16="http://schemas.microsoft.com/office/drawing/2014/main" id="{1B86A564-A83C-0B13-48EC-C52FF76EED6A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9" name="2026">
            <a:extLst>
              <a:ext uri="{FF2B5EF4-FFF2-40B4-BE49-F238E27FC236}">
                <a16:creationId xmlns:a16="http://schemas.microsoft.com/office/drawing/2014/main" id="{AE30DB88-F9BB-97B6-465C-0AB21713DB25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AEE598-E74D-7CD6-862F-0957BF06A108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08B095-1F74-4A25-472F-FCEB6482011C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1E8E29-EB31-FE80-A8F8-67A2700B96F0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BA2390C6-8A58-6119-EA63-F22B7E51F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</Words>
  <Application>Microsoft Macintosh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Equip Extended Medium</vt:lpstr>
      <vt:lpstr>Equip Extended Bold</vt:lpstr>
      <vt:lpstr>Arial</vt:lpstr>
      <vt:lpstr>Equip Extended Regular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8</cp:revision>
  <dcterms:created xsi:type="dcterms:W3CDTF">2026-05-27T18:03:55Z</dcterms:created>
  <dcterms:modified xsi:type="dcterms:W3CDTF">2026-06-02T11:02:33Z</dcterms:modified>
</cp:coreProperties>
</file>