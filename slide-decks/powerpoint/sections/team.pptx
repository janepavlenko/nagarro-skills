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9"/>
  </p:notesMasterIdLst>
  <p:sldIdLst>
    <p:sldId id="262" r:id="rId2"/>
    <p:sldId id="258" r:id="rId3"/>
    <p:sldId id="259" r:id="rId4"/>
    <p:sldId id="257" r:id="rId5"/>
    <p:sldId id="256" r:id="rId6"/>
    <p:sldId id="261" r:id="rId7"/>
    <p:sldId id="260" r:id="rId8"/>
  </p:sldIdLst>
  <p:sldSz cx="18288000" cy="10287000"/>
  <p:notesSz cx="10287000" cy="18288000"/>
  <p:embeddedFontLst>
    <p:embeddedFont>
      <p:font typeface="Equip Bold" panose="02000503030000020004" pitchFamily="2" charset="77"/>
      <p:bold r:id="rId10"/>
      <p:italic r:id="rId11"/>
      <p:boldItalic r:id="rId12"/>
    </p:embeddedFont>
    <p:embeddedFont>
      <p:font typeface="Equip Extended Bold" panose="02000503030000020004" pitchFamily="2" charset="77"/>
      <p:bold r:id="rId13"/>
      <p:italic r:id="rId14"/>
      <p:boldItalic r:id="rId15"/>
    </p:embeddedFont>
    <p:embeddedFont>
      <p:font typeface="Equip Extended ExtraBold" panose="02000603000000020004" pitchFamily="2" charset="77"/>
      <p:bold r:id="rId16"/>
      <p:italic r:id="rId17"/>
      <p:boldItalic r:id="rId18"/>
    </p:embeddedFont>
    <p:embeddedFont>
      <p:font typeface="Equip Extended Medium" panose="02000603000000020004" pitchFamily="2" charset="77"/>
      <p:regular r:id="rId19"/>
      <p:italic r:id="rId20"/>
    </p:embeddedFont>
    <p:embeddedFont>
      <p:font typeface="Equip Extended Regular" panose="02000503030000020004" pitchFamily="2" charset="77"/>
      <p:regular r:id="rId21"/>
      <p:bold r:id="rId22"/>
      <p:italic r:id="rId23"/>
      <p:boldItalic r:id="rId24"/>
    </p:embeddedFont>
    <p:embeddedFont>
      <p:font typeface="Equip Regular" panose="02000503030000020004" pitchFamily="2" charset="77"/>
      <p:regular r:id="rId25"/>
      <p:bold r:id="rId26"/>
      <p:italic r:id="rId27"/>
      <p:boldItalic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98" userDrawn="1">
          <p15:clr>
            <a:srgbClr val="A4A3A4"/>
          </p15:clr>
        </p15:guide>
        <p15:guide id="2" pos="1102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716"/>
    <a:srgbClr val="A4EBD5"/>
    <a:srgbClr val="2C807C"/>
    <a:srgbClr val="FDF4D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92"/>
    <p:restoredTop sz="94610"/>
  </p:normalViewPr>
  <p:slideViewPr>
    <p:cSldViewPr snapToGrid="0" snapToObjects="1">
      <p:cViewPr>
        <p:scale>
          <a:sx n="80" d="100"/>
          <a:sy n="80" d="100"/>
        </p:scale>
        <p:origin x="144" y="192"/>
      </p:cViewPr>
      <p:guideLst>
        <p:guide pos="498"/>
        <p:guide pos="11022"/>
        <p:guide orient="horz" pos="32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26" Type="http://schemas.openxmlformats.org/officeDocument/2006/relationships/font" Target="fonts/font17.fntdata"/><Relationship Id="rId3" Type="http://schemas.openxmlformats.org/officeDocument/2006/relationships/slide" Target="slides/slide2.xml"/><Relationship Id="rId21"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font" Target="fonts/font16.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font" Target="fonts/font15.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font" Target="fonts/font14.fntdata"/><Relationship Id="rId28" Type="http://schemas.openxmlformats.org/officeDocument/2006/relationships/font" Target="fonts/font19.fntdata"/><Relationship Id="rId10" Type="http://schemas.openxmlformats.org/officeDocument/2006/relationships/font" Target="fonts/font1.fntdata"/><Relationship Id="rId19" Type="http://schemas.openxmlformats.org/officeDocument/2006/relationships/font" Target="fonts/font10.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font" Target="fonts/font13.fntdata"/><Relationship Id="rId27" Type="http://schemas.openxmlformats.org/officeDocument/2006/relationships/font" Target="fonts/font18.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0411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Team Member" descr="preencoded.png"/>
          <p:cNvPicPr>
            <a:picLocks noChangeAspect="1"/>
          </p:cNvPicPr>
          <p:nvPr/>
        </p:nvPicPr>
        <p:blipFill>
          <a:blip r:embed="rId2"/>
          <a:srcRect/>
          <a:stretch/>
        </p:blipFill>
        <p:spPr>
          <a:xfrm>
            <a:off x="1847850" y="3895725"/>
            <a:ext cx="1905000" cy="2667000"/>
          </a:xfrm>
          <a:prstGeom prst="rect">
            <a:avLst/>
          </a:prstGeom>
        </p:spPr>
      </p:pic>
      <p:pic>
        <p:nvPicPr>
          <p:cNvPr id="4" name="Team Member" descr="preencoded.png"/>
          <p:cNvPicPr>
            <a:picLocks noChangeAspect="1"/>
          </p:cNvPicPr>
          <p:nvPr/>
        </p:nvPicPr>
        <p:blipFill>
          <a:blip r:embed="rId3"/>
          <a:srcRect/>
          <a:stretch/>
        </p:blipFill>
        <p:spPr>
          <a:xfrm>
            <a:off x="5019675" y="3895725"/>
            <a:ext cx="1905000" cy="2667000"/>
          </a:xfrm>
          <a:prstGeom prst="rect">
            <a:avLst/>
          </a:prstGeom>
        </p:spPr>
      </p:pic>
      <p:pic>
        <p:nvPicPr>
          <p:cNvPr id="5" name="Team Member" descr="preencoded.png"/>
          <p:cNvPicPr>
            <a:picLocks noChangeAspect="1"/>
          </p:cNvPicPr>
          <p:nvPr/>
        </p:nvPicPr>
        <p:blipFill>
          <a:blip r:embed="rId4"/>
          <a:srcRect/>
          <a:stretch/>
        </p:blipFill>
        <p:spPr>
          <a:xfrm>
            <a:off x="8191500" y="3895725"/>
            <a:ext cx="1905000" cy="2667000"/>
          </a:xfrm>
          <a:prstGeom prst="rect">
            <a:avLst/>
          </a:prstGeom>
        </p:spPr>
      </p:pic>
      <p:pic>
        <p:nvPicPr>
          <p:cNvPr id="6" name="Team Member" descr="preencoded.png"/>
          <p:cNvPicPr>
            <a:picLocks noChangeAspect="1"/>
          </p:cNvPicPr>
          <p:nvPr/>
        </p:nvPicPr>
        <p:blipFill>
          <a:blip r:embed="rId3"/>
          <a:srcRect/>
          <a:stretch/>
        </p:blipFill>
        <p:spPr>
          <a:xfrm>
            <a:off x="11363325" y="3895725"/>
            <a:ext cx="1905000" cy="2667000"/>
          </a:xfrm>
          <a:prstGeom prst="rect">
            <a:avLst/>
          </a:prstGeom>
        </p:spPr>
      </p:pic>
      <p:pic>
        <p:nvPicPr>
          <p:cNvPr id="7" name="Team Member" descr="preencoded.png"/>
          <p:cNvPicPr>
            <a:picLocks noChangeAspect="1"/>
          </p:cNvPicPr>
          <p:nvPr/>
        </p:nvPicPr>
        <p:blipFill>
          <a:blip r:embed="rId3"/>
          <a:srcRect/>
          <a:stretch/>
        </p:blipFill>
        <p:spPr>
          <a:xfrm>
            <a:off x="14535150" y="3895725"/>
            <a:ext cx="1905000" cy="2667000"/>
          </a:xfrm>
          <a:prstGeom prst="rect">
            <a:avLst/>
          </a:prstGeom>
        </p:spPr>
      </p:pic>
      <p:sp>
        <p:nvSpPr>
          <p:cNvPr id="12" name="member-1-name"/>
          <p:cNvSpPr/>
          <p:nvPr/>
        </p:nvSpPr>
        <p:spPr>
          <a:xfrm>
            <a:off x="1838325" y="6029325"/>
            <a:ext cx="1924050"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Name Surname</a:t>
            </a:r>
            <a:endParaRPr lang="en-US" sz="1800" dirty="0"/>
          </a:p>
        </p:txBody>
      </p:sp>
      <p:sp>
        <p:nvSpPr>
          <p:cNvPr id="13" name="member-1-role"/>
          <p:cNvSpPr/>
          <p:nvPr/>
        </p:nvSpPr>
        <p:spPr>
          <a:xfrm>
            <a:off x="1838325" y="6372225"/>
            <a:ext cx="1924050" cy="190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Role / Position</a:t>
            </a:r>
            <a:endParaRPr lang="en-US" sz="1200" dirty="0"/>
          </a:p>
        </p:txBody>
      </p:sp>
      <p:sp>
        <p:nvSpPr>
          <p:cNvPr id="14" name="member-2-name"/>
          <p:cNvSpPr/>
          <p:nvPr/>
        </p:nvSpPr>
        <p:spPr>
          <a:xfrm>
            <a:off x="5010150" y="6029325"/>
            <a:ext cx="1924050"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Name Surname</a:t>
            </a:r>
            <a:endParaRPr lang="en-US" sz="1800" dirty="0"/>
          </a:p>
        </p:txBody>
      </p:sp>
      <p:sp>
        <p:nvSpPr>
          <p:cNvPr id="15" name="member-2-role"/>
          <p:cNvSpPr/>
          <p:nvPr/>
        </p:nvSpPr>
        <p:spPr>
          <a:xfrm>
            <a:off x="5010150" y="6372225"/>
            <a:ext cx="1924050" cy="190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Role / Position</a:t>
            </a:r>
            <a:endParaRPr lang="en-US" sz="1200" dirty="0"/>
          </a:p>
        </p:txBody>
      </p:sp>
      <p:sp>
        <p:nvSpPr>
          <p:cNvPr id="16" name="member-3-name"/>
          <p:cNvSpPr/>
          <p:nvPr/>
        </p:nvSpPr>
        <p:spPr>
          <a:xfrm>
            <a:off x="8181975" y="6029325"/>
            <a:ext cx="1924050"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Name Surname</a:t>
            </a:r>
            <a:endParaRPr lang="en-US" sz="1800" dirty="0"/>
          </a:p>
        </p:txBody>
      </p:sp>
      <p:sp>
        <p:nvSpPr>
          <p:cNvPr id="17" name="member-3-role"/>
          <p:cNvSpPr/>
          <p:nvPr/>
        </p:nvSpPr>
        <p:spPr>
          <a:xfrm>
            <a:off x="8181975" y="6372225"/>
            <a:ext cx="1924050" cy="190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Role / Position</a:t>
            </a:r>
            <a:endParaRPr lang="en-US" sz="1200" dirty="0"/>
          </a:p>
        </p:txBody>
      </p:sp>
      <p:sp>
        <p:nvSpPr>
          <p:cNvPr id="18" name="member-4-name"/>
          <p:cNvSpPr/>
          <p:nvPr/>
        </p:nvSpPr>
        <p:spPr>
          <a:xfrm>
            <a:off x="11353800" y="6029325"/>
            <a:ext cx="1924050"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Name Surname</a:t>
            </a:r>
            <a:endParaRPr lang="en-US" sz="1800" dirty="0"/>
          </a:p>
        </p:txBody>
      </p:sp>
      <p:sp>
        <p:nvSpPr>
          <p:cNvPr id="19" name="member-4-role"/>
          <p:cNvSpPr/>
          <p:nvPr/>
        </p:nvSpPr>
        <p:spPr>
          <a:xfrm>
            <a:off x="11353800" y="6372225"/>
            <a:ext cx="1924050" cy="190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Role / Position</a:t>
            </a:r>
            <a:endParaRPr lang="en-US" sz="1200" dirty="0"/>
          </a:p>
        </p:txBody>
      </p:sp>
      <p:sp>
        <p:nvSpPr>
          <p:cNvPr id="20" name="member-5-name"/>
          <p:cNvSpPr/>
          <p:nvPr/>
        </p:nvSpPr>
        <p:spPr>
          <a:xfrm>
            <a:off x="14525625" y="6029325"/>
            <a:ext cx="1924050"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Name Surname</a:t>
            </a:r>
            <a:endParaRPr lang="en-US" sz="1800" dirty="0"/>
          </a:p>
        </p:txBody>
      </p:sp>
      <p:sp>
        <p:nvSpPr>
          <p:cNvPr id="21" name="member-5-role"/>
          <p:cNvSpPr/>
          <p:nvPr/>
        </p:nvSpPr>
        <p:spPr>
          <a:xfrm>
            <a:off x="14525625" y="6372225"/>
            <a:ext cx="1924050" cy="190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Role / Position</a:t>
            </a:r>
            <a:endParaRPr lang="en-US" sz="1200" dirty="0"/>
          </a:p>
        </p:txBody>
      </p:sp>
      <p:sp>
        <p:nvSpPr>
          <p:cNvPr id="2" name="Digital Design Strategy">
            <a:extLst>
              <a:ext uri="{FF2B5EF4-FFF2-40B4-BE49-F238E27FC236}">
                <a16:creationId xmlns:a16="http://schemas.microsoft.com/office/drawing/2014/main" id="{D2394326-8C7E-1BE7-3389-41DC3F69E0E4}"/>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8" name="Project Name">
            <a:extLst>
              <a:ext uri="{FF2B5EF4-FFF2-40B4-BE49-F238E27FC236}">
                <a16:creationId xmlns:a16="http://schemas.microsoft.com/office/drawing/2014/main" id="{D5C663B4-92CE-3A96-668A-D99F22F65402}"/>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9" name="Month Year">
            <a:extLst>
              <a:ext uri="{FF2B5EF4-FFF2-40B4-BE49-F238E27FC236}">
                <a16:creationId xmlns:a16="http://schemas.microsoft.com/office/drawing/2014/main" id="{C6B17764-0C99-144C-2275-70D0C4D4B4E9}"/>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10" name="2026">
            <a:extLst>
              <a:ext uri="{FF2B5EF4-FFF2-40B4-BE49-F238E27FC236}">
                <a16:creationId xmlns:a16="http://schemas.microsoft.com/office/drawing/2014/main" id="{98B8FE2B-A885-8928-099F-674B374E8665}"/>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11" name="Graphic 10">
            <a:extLst>
              <a:ext uri="{FF2B5EF4-FFF2-40B4-BE49-F238E27FC236}">
                <a16:creationId xmlns:a16="http://schemas.microsoft.com/office/drawing/2014/main" id="{3DCAB2DC-8BB6-FC1F-21AF-16518A01FE5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2730" y="101077"/>
            <a:ext cx="2198820" cy="1649115"/>
          </a:xfrm>
          <a:prstGeom prst="rect">
            <a:avLst/>
          </a:prstGeom>
        </p:spPr>
      </p:pic>
      <p:cxnSp>
        <p:nvCxnSpPr>
          <p:cNvPr id="30" name="Straight Connector 29">
            <a:extLst>
              <a:ext uri="{FF2B5EF4-FFF2-40B4-BE49-F238E27FC236}">
                <a16:creationId xmlns:a16="http://schemas.microsoft.com/office/drawing/2014/main" id="{E2DC457C-6ABD-3045-CCC5-5A909BD4B9F1}"/>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6735D66-50A8-5B5B-3D2D-D14BE8E90356}"/>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8762DD3-66A0-CCF2-404F-FE2F06701D06}"/>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Team Member" descr="preencoded.png"/>
          <p:cNvPicPr>
            <a:picLocks noChangeAspect="1"/>
          </p:cNvPicPr>
          <p:nvPr/>
        </p:nvPicPr>
        <p:blipFill>
          <a:blip r:embed="rId2"/>
          <a:srcRect/>
          <a:stretch/>
        </p:blipFill>
        <p:spPr>
          <a:xfrm>
            <a:off x="1847850" y="2152650"/>
            <a:ext cx="1905000" cy="2667000"/>
          </a:xfrm>
          <a:prstGeom prst="rect">
            <a:avLst/>
          </a:prstGeom>
        </p:spPr>
      </p:pic>
      <p:pic>
        <p:nvPicPr>
          <p:cNvPr id="4" name="Team Member" descr="preencoded.png"/>
          <p:cNvPicPr>
            <a:picLocks noChangeAspect="1"/>
          </p:cNvPicPr>
          <p:nvPr/>
        </p:nvPicPr>
        <p:blipFill>
          <a:blip r:embed="rId3"/>
          <a:srcRect/>
          <a:stretch/>
        </p:blipFill>
        <p:spPr>
          <a:xfrm>
            <a:off x="1847850" y="5476875"/>
            <a:ext cx="1905000" cy="2667000"/>
          </a:xfrm>
          <a:prstGeom prst="rect">
            <a:avLst/>
          </a:prstGeom>
        </p:spPr>
      </p:pic>
      <p:pic>
        <p:nvPicPr>
          <p:cNvPr id="5" name="Team Member" descr="preencoded.png"/>
          <p:cNvPicPr>
            <a:picLocks noChangeAspect="1"/>
          </p:cNvPicPr>
          <p:nvPr/>
        </p:nvPicPr>
        <p:blipFill>
          <a:blip r:embed="rId4"/>
          <a:srcRect/>
          <a:stretch/>
        </p:blipFill>
        <p:spPr>
          <a:xfrm>
            <a:off x="5019675" y="2152650"/>
            <a:ext cx="1905000" cy="2667000"/>
          </a:xfrm>
          <a:prstGeom prst="rect">
            <a:avLst/>
          </a:prstGeom>
        </p:spPr>
      </p:pic>
      <p:pic>
        <p:nvPicPr>
          <p:cNvPr id="6" name="Team Member" descr="preencoded.png"/>
          <p:cNvPicPr>
            <a:picLocks noChangeAspect="1"/>
          </p:cNvPicPr>
          <p:nvPr/>
        </p:nvPicPr>
        <p:blipFill>
          <a:blip r:embed="rId4"/>
          <a:srcRect/>
          <a:stretch/>
        </p:blipFill>
        <p:spPr>
          <a:xfrm>
            <a:off x="5019675" y="5476875"/>
            <a:ext cx="1905000" cy="2667000"/>
          </a:xfrm>
          <a:prstGeom prst="rect">
            <a:avLst/>
          </a:prstGeom>
        </p:spPr>
      </p:pic>
      <p:pic>
        <p:nvPicPr>
          <p:cNvPr id="7" name="Team Member" descr="preencoded.png"/>
          <p:cNvPicPr>
            <a:picLocks noChangeAspect="1"/>
          </p:cNvPicPr>
          <p:nvPr/>
        </p:nvPicPr>
        <p:blipFill>
          <a:blip r:embed="rId4"/>
          <a:srcRect/>
          <a:stretch/>
        </p:blipFill>
        <p:spPr>
          <a:xfrm>
            <a:off x="8191500" y="2152650"/>
            <a:ext cx="1905000" cy="2667000"/>
          </a:xfrm>
          <a:prstGeom prst="rect">
            <a:avLst/>
          </a:prstGeom>
        </p:spPr>
      </p:pic>
      <p:pic>
        <p:nvPicPr>
          <p:cNvPr id="8" name="Team Member" descr="preencoded.png"/>
          <p:cNvPicPr>
            <a:picLocks noChangeAspect="1"/>
          </p:cNvPicPr>
          <p:nvPr/>
        </p:nvPicPr>
        <p:blipFill>
          <a:blip r:embed="rId4"/>
          <a:srcRect/>
          <a:stretch/>
        </p:blipFill>
        <p:spPr>
          <a:xfrm>
            <a:off x="8191500" y="5476875"/>
            <a:ext cx="1905000" cy="2667000"/>
          </a:xfrm>
          <a:prstGeom prst="rect">
            <a:avLst/>
          </a:prstGeom>
        </p:spPr>
      </p:pic>
      <p:pic>
        <p:nvPicPr>
          <p:cNvPr id="9" name="Team Member" descr="preencoded.png"/>
          <p:cNvPicPr>
            <a:picLocks noChangeAspect="1"/>
          </p:cNvPicPr>
          <p:nvPr/>
        </p:nvPicPr>
        <p:blipFill>
          <a:blip r:embed="rId4"/>
          <a:srcRect/>
          <a:stretch/>
        </p:blipFill>
        <p:spPr>
          <a:xfrm>
            <a:off x="11363325" y="2152650"/>
            <a:ext cx="1905000" cy="2667000"/>
          </a:xfrm>
          <a:prstGeom prst="rect">
            <a:avLst/>
          </a:prstGeom>
        </p:spPr>
      </p:pic>
      <p:pic>
        <p:nvPicPr>
          <p:cNvPr id="10" name="Team Member" descr="preencoded.png"/>
          <p:cNvPicPr>
            <a:picLocks noChangeAspect="1"/>
          </p:cNvPicPr>
          <p:nvPr/>
        </p:nvPicPr>
        <p:blipFill>
          <a:blip r:embed="rId3"/>
          <a:srcRect/>
          <a:stretch/>
        </p:blipFill>
        <p:spPr>
          <a:xfrm>
            <a:off x="11363325" y="5476875"/>
            <a:ext cx="1905000" cy="2667000"/>
          </a:xfrm>
          <a:prstGeom prst="rect">
            <a:avLst/>
          </a:prstGeom>
        </p:spPr>
      </p:pic>
      <p:pic>
        <p:nvPicPr>
          <p:cNvPr id="11" name="Team Member" descr="preencoded.png"/>
          <p:cNvPicPr>
            <a:picLocks noChangeAspect="1"/>
          </p:cNvPicPr>
          <p:nvPr/>
        </p:nvPicPr>
        <p:blipFill>
          <a:blip r:embed="rId2"/>
          <a:srcRect/>
          <a:stretch/>
        </p:blipFill>
        <p:spPr>
          <a:xfrm>
            <a:off x="14535150" y="2152650"/>
            <a:ext cx="1905000" cy="2667000"/>
          </a:xfrm>
          <a:prstGeom prst="rect">
            <a:avLst/>
          </a:prstGeom>
        </p:spPr>
      </p:pic>
      <p:pic>
        <p:nvPicPr>
          <p:cNvPr id="12" name="Team Member" descr="preencoded.png"/>
          <p:cNvPicPr>
            <a:picLocks noChangeAspect="1"/>
          </p:cNvPicPr>
          <p:nvPr/>
        </p:nvPicPr>
        <p:blipFill>
          <a:blip r:embed="rId5"/>
          <a:srcRect/>
          <a:stretch/>
        </p:blipFill>
        <p:spPr>
          <a:xfrm>
            <a:off x="14535150" y="5476875"/>
            <a:ext cx="1905000" cy="2667000"/>
          </a:xfrm>
          <a:prstGeom prst="rect">
            <a:avLst/>
          </a:prstGeom>
        </p:spPr>
      </p:pic>
      <p:sp>
        <p:nvSpPr>
          <p:cNvPr id="17" name="member-1-name"/>
          <p:cNvSpPr/>
          <p:nvPr/>
        </p:nvSpPr>
        <p:spPr>
          <a:xfrm>
            <a:off x="1838325" y="4286250"/>
            <a:ext cx="1924050"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Name Surname</a:t>
            </a:r>
            <a:endParaRPr lang="en-US" sz="1800" dirty="0"/>
          </a:p>
        </p:txBody>
      </p:sp>
      <p:sp>
        <p:nvSpPr>
          <p:cNvPr id="18" name="member-1-role"/>
          <p:cNvSpPr/>
          <p:nvPr/>
        </p:nvSpPr>
        <p:spPr>
          <a:xfrm>
            <a:off x="1838325" y="4629150"/>
            <a:ext cx="1924050" cy="190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Role / Position</a:t>
            </a:r>
            <a:endParaRPr lang="en-US" sz="1200" dirty="0"/>
          </a:p>
        </p:txBody>
      </p:sp>
      <p:sp>
        <p:nvSpPr>
          <p:cNvPr id="19" name="member-2-name"/>
          <p:cNvSpPr/>
          <p:nvPr/>
        </p:nvSpPr>
        <p:spPr>
          <a:xfrm>
            <a:off x="1838325" y="7610475"/>
            <a:ext cx="1924050"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Name Surname</a:t>
            </a:r>
            <a:endParaRPr lang="en-US" sz="1800" dirty="0"/>
          </a:p>
        </p:txBody>
      </p:sp>
      <p:sp>
        <p:nvSpPr>
          <p:cNvPr id="20" name="member-2-role"/>
          <p:cNvSpPr/>
          <p:nvPr/>
        </p:nvSpPr>
        <p:spPr>
          <a:xfrm>
            <a:off x="1838325" y="7953375"/>
            <a:ext cx="1924050" cy="190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Role / Position</a:t>
            </a:r>
            <a:endParaRPr lang="en-US" sz="1200" dirty="0"/>
          </a:p>
        </p:txBody>
      </p:sp>
      <p:sp>
        <p:nvSpPr>
          <p:cNvPr id="21" name="member-3-name"/>
          <p:cNvSpPr/>
          <p:nvPr/>
        </p:nvSpPr>
        <p:spPr>
          <a:xfrm>
            <a:off x="5010150" y="4286250"/>
            <a:ext cx="1924050"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Name Surname</a:t>
            </a:r>
            <a:endParaRPr lang="en-US" sz="1800" dirty="0"/>
          </a:p>
        </p:txBody>
      </p:sp>
      <p:sp>
        <p:nvSpPr>
          <p:cNvPr id="22" name="member-3-role"/>
          <p:cNvSpPr/>
          <p:nvPr/>
        </p:nvSpPr>
        <p:spPr>
          <a:xfrm>
            <a:off x="5010150" y="4629150"/>
            <a:ext cx="1924050" cy="190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Role / Position</a:t>
            </a:r>
            <a:endParaRPr lang="en-US" sz="1200" dirty="0"/>
          </a:p>
        </p:txBody>
      </p:sp>
      <p:sp>
        <p:nvSpPr>
          <p:cNvPr id="23" name="member-4-name"/>
          <p:cNvSpPr/>
          <p:nvPr/>
        </p:nvSpPr>
        <p:spPr>
          <a:xfrm>
            <a:off x="5010150" y="7610475"/>
            <a:ext cx="1924050"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Name Surname</a:t>
            </a:r>
            <a:endParaRPr lang="en-US" sz="1800" dirty="0"/>
          </a:p>
        </p:txBody>
      </p:sp>
      <p:sp>
        <p:nvSpPr>
          <p:cNvPr id="24" name="member-4-role"/>
          <p:cNvSpPr/>
          <p:nvPr/>
        </p:nvSpPr>
        <p:spPr>
          <a:xfrm>
            <a:off x="5010150" y="7953375"/>
            <a:ext cx="1924050" cy="190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Role / Position</a:t>
            </a:r>
            <a:endParaRPr lang="en-US" sz="1200" dirty="0"/>
          </a:p>
        </p:txBody>
      </p:sp>
      <p:sp>
        <p:nvSpPr>
          <p:cNvPr id="25" name="member-5-name"/>
          <p:cNvSpPr/>
          <p:nvPr/>
        </p:nvSpPr>
        <p:spPr>
          <a:xfrm>
            <a:off x="8181975" y="4286250"/>
            <a:ext cx="1924050"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Name Surname</a:t>
            </a:r>
            <a:endParaRPr lang="en-US" sz="1800" dirty="0"/>
          </a:p>
        </p:txBody>
      </p:sp>
      <p:sp>
        <p:nvSpPr>
          <p:cNvPr id="26" name="member-5-role"/>
          <p:cNvSpPr/>
          <p:nvPr/>
        </p:nvSpPr>
        <p:spPr>
          <a:xfrm>
            <a:off x="8181975" y="4629150"/>
            <a:ext cx="1924050" cy="190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Role / Position</a:t>
            </a:r>
            <a:endParaRPr lang="en-US" sz="1200" dirty="0"/>
          </a:p>
        </p:txBody>
      </p:sp>
      <p:sp>
        <p:nvSpPr>
          <p:cNvPr id="27" name="member-6-name"/>
          <p:cNvSpPr/>
          <p:nvPr/>
        </p:nvSpPr>
        <p:spPr>
          <a:xfrm>
            <a:off x="8181975" y="7610475"/>
            <a:ext cx="1924050"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Name Surname</a:t>
            </a:r>
            <a:endParaRPr lang="en-US" sz="1800" dirty="0"/>
          </a:p>
        </p:txBody>
      </p:sp>
      <p:sp>
        <p:nvSpPr>
          <p:cNvPr id="28" name="member-6-role"/>
          <p:cNvSpPr/>
          <p:nvPr/>
        </p:nvSpPr>
        <p:spPr>
          <a:xfrm>
            <a:off x="8181975" y="7953375"/>
            <a:ext cx="1924050" cy="190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Role / Position</a:t>
            </a:r>
            <a:endParaRPr lang="en-US" sz="1200" dirty="0"/>
          </a:p>
        </p:txBody>
      </p:sp>
      <p:sp>
        <p:nvSpPr>
          <p:cNvPr id="29" name="member-7-name"/>
          <p:cNvSpPr/>
          <p:nvPr/>
        </p:nvSpPr>
        <p:spPr>
          <a:xfrm>
            <a:off x="11353800" y="4286250"/>
            <a:ext cx="1924050"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Name Surname</a:t>
            </a:r>
            <a:endParaRPr lang="en-US" sz="1800" dirty="0"/>
          </a:p>
        </p:txBody>
      </p:sp>
      <p:sp>
        <p:nvSpPr>
          <p:cNvPr id="30" name="member-7-role"/>
          <p:cNvSpPr/>
          <p:nvPr/>
        </p:nvSpPr>
        <p:spPr>
          <a:xfrm>
            <a:off x="11353800" y="4629150"/>
            <a:ext cx="1924050" cy="190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Role / Position</a:t>
            </a:r>
            <a:endParaRPr lang="en-US" sz="1200" dirty="0"/>
          </a:p>
        </p:txBody>
      </p:sp>
      <p:sp>
        <p:nvSpPr>
          <p:cNvPr id="31" name="member-8-name"/>
          <p:cNvSpPr/>
          <p:nvPr/>
        </p:nvSpPr>
        <p:spPr>
          <a:xfrm>
            <a:off x="11353800" y="7610475"/>
            <a:ext cx="1924050"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Name Surname</a:t>
            </a:r>
            <a:endParaRPr lang="en-US" sz="1800" dirty="0"/>
          </a:p>
        </p:txBody>
      </p:sp>
      <p:sp>
        <p:nvSpPr>
          <p:cNvPr id="32" name="member-8-role"/>
          <p:cNvSpPr/>
          <p:nvPr/>
        </p:nvSpPr>
        <p:spPr>
          <a:xfrm>
            <a:off x="11353800" y="7953375"/>
            <a:ext cx="1924050" cy="190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Role / Position</a:t>
            </a:r>
            <a:endParaRPr lang="en-US" sz="1200" dirty="0"/>
          </a:p>
        </p:txBody>
      </p:sp>
      <p:sp>
        <p:nvSpPr>
          <p:cNvPr id="33" name="member-9-name"/>
          <p:cNvSpPr/>
          <p:nvPr/>
        </p:nvSpPr>
        <p:spPr>
          <a:xfrm>
            <a:off x="14525625" y="4286250"/>
            <a:ext cx="1924050"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Name Surname</a:t>
            </a:r>
            <a:endParaRPr lang="en-US" sz="1800" dirty="0"/>
          </a:p>
        </p:txBody>
      </p:sp>
      <p:sp>
        <p:nvSpPr>
          <p:cNvPr id="34" name="member-9-role"/>
          <p:cNvSpPr/>
          <p:nvPr/>
        </p:nvSpPr>
        <p:spPr>
          <a:xfrm>
            <a:off x="14525625" y="4629150"/>
            <a:ext cx="1924050" cy="190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Role / Position</a:t>
            </a:r>
            <a:endParaRPr lang="en-US" sz="1200" dirty="0"/>
          </a:p>
        </p:txBody>
      </p:sp>
      <p:sp>
        <p:nvSpPr>
          <p:cNvPr id="35" name="member-10-name"/>
          <p:cNvSpPr/>
          <p:nvPr/>
        </p:nvSpPr>
        <p:spPr>
          <a:xfrm>
            <a:off x="14525625" y="7610475"/>
            <a:ext cx="1924050"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Name Surname</a:t>
            </a:r>
            <a:endParaRPr lang="en-US" sz="1800" dirty="0"/>
          </a:p>
        </p:txBody>
      </p:sp>
      <p:sp>
        <p:nvSpPr>
          <p:cNvPr id="36" name="member-10-role"/>
          <p:cNvSpPr/>
          <p:nvPr/>
        </p:nvSpPr>
        <p:spPr>
          <a:xfrm>
            <a:off x="14525625" y="7953375"/>
            <a:ext cx="1924050" cy="190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Role / Position</a:t>
            </a:r>
            <a:endParaRPr lang="en-US" sz="1200" dirty="0"/>
          </a:p>
        </p:txBody>
      </p:sp>
      <p:sp>
        <p:nvSpPr>
          <p:cNvPr id="2" name="Digital Design Strategy">
            <a:extLst>
              <a:ext uri="{FF2B5EF4-FFF2-40B4-BE49-F238E27FC236}">
                <a16:creationId xmlns:a16="http://schemas.microsoft.com/office/drawing/2014/main" id="{6CA33DEC-5D8E-7820-7459-1FC63D8B24AC}"/>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13" name="Project Name">
            <a:extLst>
              <a:ext uri="{FF2B5EF4-FFF2-40B4-BE49-F238E27FC236}">
                <a16:creationId xmlns:a16="http://schemas.microsoft.com/office/drawing/2014/main" id="{F13D147E-21A6-152F-BEF9-C6C7CAED5BD0}"/>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14" name="Month Year">
            <a:extLst>
              <a:ext uri="{FF2B5EF4-FFF2-40B4-BE49-F238E27FC236}">
                <a16:creationId xmlns:a16="http://schemas.microsoft.com/office/drawing/2014/main" id="{72026C95-9BBE-4835-8DCC-BE810DF0A360}"/>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15" name="2026">
            <a:extLst>
              <a:ext uri="{FF2B5EF4-FFF2-40B4-BE49-F238E27FC236}">
                <a16:creationId xmlns:a16="http://schemas.microsoft.com/office/drawing/2014/main" id="{957BF960-A391-20D0-455F-5A6A2066DDF8}"/>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16" name="Graphic 15">
            <a:extLst>
              <a:ext uri="{FF2B5EF4-FFF2-40B4-BE49-F238E27FC236}">
                <a16:creationId xmlns:a16="http://schemas.microsoft.com/office/drawing/2014/main" id="{1A725015-11F6-B8ED-507C-B74D87F2132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92730" y="101077"/>
            <a:ext cx="2198820" cy="1649115"/>
          </a:xfrm>
          <a:prstGeom prst="rect">
            <a:avLst/>
          </a:prstGeom>
        </p:spPr>
      </p:pic>
      <p:cxnSp>
        <p:nvCxnSpPr>
          <p:cNvPr id="45" name="Straight Connector 44">
            <a:extLst>
              <a:ext uri="{FF2B5EF4-FFF2-40B4-BE49-F238E27FC236}">
                <a16:creationId xmlns:a16="http://schemas.microsoft.com/office/drawing/2014/main" id="{D0464837-7819-CEA6-DA1E-857F2607E244}"/>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9A3BABD-1D59-9C4B-FF56-E3010963F867}"/>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F4144447-744B-60D0-1385-A8556DB4EE93}"/>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Group 36449" descr="preencoded.png"/>
          <p:cNvPicPr>
            <a:picLocks noChangeAspect="1"/>
          </p:cNvPicPr>
          <p:nvPr/>
        </p:nvPicPr>
        <p:blipFill>
          <a:blip>
            <a:extLst>
              <a:ext uri="{96DAC541-7B7A-43D3-8B79-37D633B846F1}">
                <asvg:svgBlip xmlns:asvg="http://schemas.microsoft.com/office/drawing/2016/SVG/main" r:embed="rId2"/>
              </a:ext>
            </a:extLst>
          </a:blip>
          <a:srcRect/>
          <a:stretch/>
        </p:blipFill>
        <p:spPr>
          <a:xfrm>
            <a:off x="800100" y="2981325"/>
            <a:ext cx="16687800" cy="3048000"/>
          </a:xfrm>
          <a:prstGeom prst="rect">
            <a:avLst/>
          </a:prstGeom>
        </p:spPr>
      </p:pic>
      <p:pic>
        <p:nvPicPr>
          <p:cNvPr id="4" name="Group 36448" descr="preencoded.png"/>
          <p:cNvPicPr>
            <a:picLocks noChangeAspect="1"/>
          </p:cNvPicPr>
          <p:nvPr/>
        </p:nvPicPr>
        <p:blipFill>
          <a:blip>
            <a:extLst>
              <a:ext uri="{96DAC541-7B7A-43D3-8B79-37D633B846F1}">
                <asvg:svgBlip xmlns:asvg="http://schemas.microsoft.com/office/drawing/2016/SVG/main" r:embed="rId3"/>
              </a:ext>
            </a:extLst>
          </a:blip>
          <a:srcRect/>
          <a:stretch/>
        </p:blipFill>
        <p:spPr>
          <a:xfrm>
            <a:off x="800100" y="6448425"/>
            <a:ext cx="16687800" cy="3048000"/>
          </a:xfrm>
          <a:prstGeom prst="rect">
            <a:avLst/>
          </a:prstGeom>
        </p:spPr>
      </p:pic>
      <p:sp>
        <p:nvSpPr>
          <p:cNvPr id="5" name="Role position"/>
          <p:cNvSpPr/>
          <p:nvPr/>
        </p:nvSpPr>
        <p:spPr>
          <a:xfrm>
            <a:off x="5831495" y="3765838"/>
            <a:ext cx="1666875" cy="295275"/>
          </a:xfrm>
          <a:prstGeom prst="rect">
            <a:avLst/>
          </a:prstGeom>
          <a:noFill/>
          <a:ln/>
        </p:spPr>
        <p:txBody>
          <a:bodyPr wrap="square" lIns="0" tIns="0" rIns="0" bIns="0" rtlCol="0" anchor="ctr"/>
          <a:lstStyle/>
          <a:p>
            <a:pPr marL="0" indent="0" algn="l">
              <a:lnSpc>
                <a:spcPct val="108333"/>
              </a:lnSpc>
              <a:buNone/>
            </a:pPr>
            <a:r>
              <a:rPr lang="en-US" sz="1795" dirty="0">
                <a:solidFill>
                  <a:srgbClr val="06041F"/>
                </a:solidFill>
                <a:latin typeface="Equip Extended Medium" pitchFamily="34" charset="0"/>
                <a:ea typeface="Equip Extended Medium" pitchFamily="34" charset="-122"/>
                <a:cs typeface="Equip Extended Medium" pitchFamily="34" charset="-120"/>
              </a:rPr>
              <a:t>Role /position</a:t>
            </a:r>
            <a:endParaRPr lang="en-US" sz="1795" dirty="0"/>
          </a:p>
        </p:txBody>
      </p:sp>
      <p:sp>
        <p:nvSpPr>
          <p:cNvPr id="6" name="Role position"/>
          <p:cNvSpPr/>
          <p:nvPr/>
        </p:nvSpPr>
        <p:spPr>
          <a:xfrm>
            <a:off x="8905056" y="3765838"/>
            <a:ext cx="1666875" cy="295275"/>
          </a:xfrm>
          <a:prstGeom prst="rect">
            <a:avLst/>
          </a:prstGeom>
          <a:noFill/>
          <a:ln/>
        </p:spPr>
        <p:txBody>
          <a:bodyPr wrap="square" lIns="0" tIns="0" rIns="0" bIns="0" rtlCol="0" anchor="ctr"/>
          <a:lstStyle/>
          <a:p>
            <a:pPr marL="0" indent="0" algn="l">
              <a:lnSpc>
                <a:spcPct val="108333"/>
              </a:lnSpc>
              <a:buNone/>
            </a:pPr>
            <a:r>
              <a:rPr lang="en-US" sz="1795" dirty="0">
                <a:solidFill>
                  <a:srgbClr val="06041F"/>
                </a:solidFill>
                <a:latin typeface="Equip Extended Medium" pitchFamily="34" charset="0"/>
                <a:ea typeface="Equip Extended Medium" pitchFamily="34" charset="-122"/>
                <a:cs typeface="Equip Extended Medium" pitchFamily="34" charset="-120"/>
              </a:rPr>
              <a:t>Role /position</a:t>
            </a:r>
            <a:endParaRPr lang="en-US" sz="1795" dirty="0"/>
          </a:p>
        </p:txBody>
      </p:sp>
      <p:sp>
        <p:nvSpPr>
          <p:cNvPr id="7" name="Role position"/>
          <p:cNvSpPr/>
          <p:nvPr/>
        </p:nvSpPr>
        <p:spPr>
          <a:xfrm>
            <a:off x="11978618" y="3765838"/>
            <a:ext cx="1666875" cy="295275"/>
          </a:xfrm>
          <a:prstGeom prst="rect">
            <a:avLst/>
          </a:prstGeom>
          <a:noFill/>
          <a:ln/>
        </p:spPr>
        <p:txBody>
          <a:bodyPr wrap="square" lIns="0" tIns="0" rIns="0" bIns="0" rtlCol="0" anchor="ctr"/>
          <a:lstStyle/>
          <a:p>
            <a:pPr marL="0" indent="0" algn="l">
              <a:lnSpc>
                <a:spcPct val="108333"/>
              </a:lnSpc>
              <a:buNone/>
            </a:pPr>
            <a:r>
              <a:rPr lang="en-US" sz="1795" dirty="0">
                <a:solidFill>
                  <a:srgbClr val="06041F"/>
                </a:solidFill>
                <a:latin typeface="Equip Extended Medium" pitchFamily="34" charset="0"/>
                <a:ea typeface="Equip Extended Medium" pitchFamily="34" charset="-122"/>
                <a:cs typeface="Equip Extended Medium" pitchFamily="34" charset="-120"/>
              </a:rPr>
              <a:t>Role /position</a:t>
            </a:r>
            <a:endParaRPr lang="en-US" sz="1795" dirty="0"/>
          </a:p>
        </p:txBody>
      </p:sp>
      <p:sp>
        <p:nvSpPr>
          <p:cNvPr id="8" name="Role position"/>
          <p:cNvSpPr/>
          <p:nvPr/>
        </p:nvSpPr>
        <p:spPr>
          <a:xfrm>
            <a:off x="15052216" y="3765838"/>
            <a:ext cx="1666875" cy="295275"/>
          </a:xfrm>
          <a:prstGeom prst="rect">
            <a:avLst/>
          </a:prstGeom>
          <a:noFill/>
          <a:ln/>
        </p:spPr>
        <p:txBody>
          <a:bodyPr wrap="square" lIns="0" tIns="0" rIns="0" bIns="0" rtlCol="0" anchor="ctr"/>
          <a:lstStyle/>
          <a:p>
            <a:pPr marL="0" indent="0" algn="l">
              <a:lnSpc>
                <a:spcPct val="108333"/>
              </a:lnSpc>
              <a:buNone/>
            </a:pPr>
            <a:r>
              <a:rPr lang="en-US" sz="1795" dirty="0">
                <a:solidFill>
                  <a:srgbClr val="06041F"/>
                </a:solidFill>
                <a:latin typeface="Equip Extended Medium" pitchFamily="34" charset="0"/>
                <a:ea typeface="Equip Extended Medium" pitchFamily="34" charset="-122"/>
                <a:cs typeface="Equip Extended Medium" pitchFamily="34" charset="-120"/>
              </a:rPr>
              <a:t>Role /position</a:t>
            </a:r>
            <a:endParaRPr lang="en-US" sz="1795" dirty="0"/>
          </a:p>
        </p:txBody>
      </p:sp>
      <p:sp>
        <p:nvSpPr>
          <p:cNvPr id="9" name="Role position"/>
          <p:cNvSpPr/>
          <p:nvPr/>
        </p:nvSpPr>
        <p:spPr>
          <a:xfrm>
            <a:off x="5831495" y="4944339"/>
            <a:ext cx="1666875" cy="295275"/>
          </a:xfrm>
          <a:prstGeom prst="rect">
            <a:avLst/>
          </a:prstGeom>
          <a:noFill/>
          <a:ln/>
        </p:spPr>
        <p:txBody>
          <a:bodyPr wrap="square" lIns="0" tIns="0" rIns="0" bIns="0" rtlCol="0" anchor="ctr"/>
          <a:lstStyle/>
          <a:p>
            <a:pPr marL="0" indent="0" algn="l">
              <a:lnSpc>
                <a:spcPct val="108333"/>
              </a:lnSpc>
              <a:buNone/>
            </a:pPr>
            <a:r>
              <a:rPr lang="en-US" sz="1795" dirty="0">
                <a:solidFill>
                  <a:srgbClr val="06041F"/>
                </a:solidFill>
                <a:latin typeface="Equip Extended Medium" pitchFamily="34" charset="0"/>
                <a:ea typeface="Equip Extended Medium" pitchFamily="34" charset="-122"/>
                <a:cs typeface="Equip Extended Medium" pitchFamily="34" charset="-120"/>
              </a:rPr>
              <a:t>Role /position</a:t>
            </a:r>
            <a:endParaRPr lang="en-US" sz="1795" dirty="0"/>
          </a:p>
        </p:txBody>
      </p:sp>
      <p:sp>
        <p:nvSpPr>
          <p:cNvPr id="10" name="Role position"/>
          <p:cNvSpPr/>
          <p:nvPr/>
        </p:nvSpPr>
        <p:spPr>
          <a:xfrm>
            <a:off x="8905056" y="4944339"/>
            <a:ext cx="1666875" cy="295275"/>
          </a:xfrm>
          <a:prstGeom prst="rect">
            <a:avLst/>
          </a:prstGeom>
          <a:noFill/>
          <a:ln/>
        </p:spPr>
        <p:txBody>
          <a:bodyPr wrap="square" lIns="0" tIns="0" rIns="0" bIns="0" rtlCol="0" anchor="ctr"/>
          <a:lstStyle/>
          <a:p>
            <a:pPr marL="0" indent="0" algn="l">
              <a:lnSpc>
                <a:spcPct val="108333"/>
              </a:lnSpc>
              <a:buNone/>
            </a:pPr>
            <a:r>
              <a:rPr lang="en-US" sz="1795" dirty="0">
                <a:solidFill>
                  <a:srgbClr val="06041F"/>
                </a:solidFill>
                <a:latin typeface="Equip Extended Medium" pitchFamily="34" charset="0"/>
                <a:ea typeface="Equip Extended Medium" pitchFamily="34" charset="-122"/>
                <a:cs typeface="Equip Extended Medium" pitchFamily="34" charset="-120"/>
              </a:rPr>
              <a:t>Role /position</a:t>
            </a:r>
            <a:endParaRPr lang="en-US" sz="1795" dirty="0"/>
          </a:p>
        </p:txBody>
      </p:sp>
      <p:sp>
        <p:nvSpPr>
          <p:cNvPr id="11" name="Role position"/>
          <p:cNvSpPr/>
          <p:nvPr/>
        </p:nvSpPr>
        <p:spPr>
          <a:xfrm>
            <a:off x="11978618" y="4944339"/>
            <a:ext cx="1666875" cy="295275"/>
          </a:xfrm>
          <a:prstGeom prst="rect">
            <a:avLst/>
          </a:prstGeom>
          <a:noFill/>
          <a:ln/>
        </p:spPr>
        <p:txBody>
          <a:bodyPr wrap="square" lIns="0" tIns="0" rIns="0" bIns="0" rtlCol="0" anchor="ctr"/>
          <a:lstStyle/>
          <a:p>
            <a:pPr marL="0" indent="0" algn="l">
              <a:lnSpc>
                <a:spcPct val="108333"/>
              </a:lnSpc>
              <a:buNone/>
            </a:pPr>
            <a:r>
              <a:rPr lang="en-US" sz="1795" dirty="0">
                <a:solidFill>
                  <a:srgbClr val="06041F"/>
                </a:solidFill>
                <a:latin typeface="Equip Extended Medium" pitchFamily="34" charset="0"/>
                <a:ea typeface="Equip Extended Medium" pitchFamily="34" charset="-122"/>
                <a:cs typeface="Equip Extended Medium" pitchFamily="34" charset="-120"/>
              </a:rPr>
              <a:t>Role /position</a:t>
            </a:r>
            <a:endParaRPr lang="en-US" sz="1795" dirty="0"/>
          </a:p>
        </p:txBody>
      </p:sp>
      <p:sp>
        <p:nvSpPr>
          <p:cNvPr id="12" name="Role position"/>
          <p:cNvSpPr/>
          <p:nvPr/>
        </p:nvSpPr>
        <p:spPr>
          <a:xfrm>
            <a:off x="15052216" y="4944339"/>
            <a:ext cx="1666875" cy="295275"/>
          </a:xfrm>
          <a:prstGeom prst="rect">
            <a:avLst/>
          </a:prstGeom>
          <a:noFill/>
          <a:ln/>
        </p:spPr>
        <p:txBody>
          <a:bodyPr wrap="square" lIns="0" tIns="0" rIns="0" bIns="0" rtlCol="0" anchor="ctr"/>
          <a:lstStyle/>
          <a:p>
            <a:pPr marL="0" indent="0" algn="l">
              <a:lnSpc>
                <a:spcPct val="108333"/>
              </a:lnSpc>
              <a:buNone/>
            </a:pPr>
            <a:r>
              <a:rPr lang="en-US" sz="1795" dirty="0">
                <a:solidFill>
                  <a:srgbClr val="06041F"/>
                </a:solidFill>
                <a:latin typeface="Equip Extended Medium" pitchFamily="34" charset="0"/>
                <a:ea typeface="Equip Extended Medium" pitchFamily="34" charset="-122"/>
                <a:cs typeface="Equip Extended Medium" pitchFamily="34" charset="-120"/>
              </a:rPr>
              <a:t>Role /position</a:t>
            </a:r>
            <a:endParaRPr lang="en-US" sz="1795" dirty="0"/>
          </a:p>
        </p:txBody>
      </p:sp>
      <p:sp>
        <p:nvSpPr>
          <p:cNvPr id="13" name="Role position"/>
          <p:cNvSpPr/>
          <p:nvPr/>
        </p:nvSpPr>
        <p:spPr>
          <a:xfrm>
            <a:off x="5831495" y="7232938"/>
            <a:ext cx="1666875" cy="295275"/>
          </a:xfrm>
          <a:prstGeom prst="rect">
            <a:avLst/>
          </a:prstGeom>
          <a:noFill/>
          <a:ln/>
        </p:spPr>
        <p:txBody>
          <a:bodyPr wrap="square" lIns="0" tIns="0" rIns="0" bIns="0" rtlCol="0" anchor="ctr"/>
          <a:lstStyle/>
          <a:p>
            <a:pPr marL="0" indent="0" algn="l">
              <a:lnSpc>
                <a:spcPct val="108333"/>
              </a:lnSpc>
              <a:buNone/>
            </a:pPr>
            <a:r>
              <a:rPr lang="en-US" sz="1795" dirty="0">
                <a:solidFill>
                  <a:srgbClr val="06041F"/>
                </a:solidFill>
                <a:latin typeface="Equip Extended Medium" pitchFamily="34" charset="0"/>
                <a:ea typeface="Equip Extended Medium" pitchFamily="34" charset="-122"/>
                <a:cs typeface="Equip Extended Medium" pitchFamily="34" charset="-120"/>
              </a:rPr>
              <a:t>Role /position</a:t>
            </a:r>
            <a:endParaRPr lang="en-US" sz="1795" dirty="0"/>
          </a:p>
        </p:txBody>
      </p:sp>
      <p:sp>
        <p:nvSpPr>
          <p:cNvPr id="14" name="Role position"/>
          <p:cNvSpPr/>
          <p:nvPr/>
        </p:nvSpPr>
        <p:spPr>
          <a:xfrm>
            <a:off x="8905056" y="7232938"/>
            <a:ext cx="1666875" cy="295275"/>
          </a:xfrm>
          <a:prstGeom prst="rect">
            <a:avLst/>
          </a:prstGeom>
          <a:noFill/>
          <a:ln/>
        </p:spPr>
        <p:txBody>
          <a:bodyPr wrap="square" lIns="0" tIns="0" rIns="0" bIns="0" rtlCol="0" anchor="ctr"/>
          <a:lstStyle/>
          <a:p>
            <a:pPr marL="0" indent="0" algn="l">
              <a:lnSpc>
                <a:spcPct val="108333"/>
              </a:lnSpc>
              <a:buNone/>
            </a:pPr>
            <a:r>
              <a:rPr lang="en-US" sz="1795" dirty="0">
                <a:solidFill>
                  <a:srgbClr val="06041F"/>
                </a:solidFill>
                <a:latin typeface="Equip Extended Medium" pitchFamily="34" charset="0"/>
                <a:ea typeface="Equip Extended Medium" pitchFamily="34" charset="-122"/>
                <a:cs typeface="Equip Extended Medium" pitchFamily="34" charset="-120"/>
              </a:rPr>
              <a:t>Role /position</a:t>
            </a:r>
            <a:endParaRPr lang="en-US" sz="1795" dirty="0"/>
          </a:p>
        </p:txBody>
      </p:sp>
      <p:sp>
        <p:nvSpPr>
          <p:cNvPr id="15" name="Role position"/>
          <p:cNvSpPr/>
          <p:nvPr/>
        </p:nvSpPr>
        <p:spPr>
          <a:xfrm>
            <a:off x="11978618" y="7232938"/>
            <a:ext cx="1666875" cy="295275"/>
          </a:xfrm>
          <a:prstGeom prst="rect">
            <a:avLst/>
          </a:prstGeom>
          <a:noFill/>
          <a:ln/>
        </p:spPr>
        <p:txBody>
          <a:bodyPr wrap="square" lIns="0" tIns="0" rIns="0" bIns="0" rtlCol="0" anchor="ctr"/>
          <a:lstStyle/>
          <a:p>
            <a:pPr marL="0" indent="0" algn="l">
              <a:lnSpc>
                <a:spcPct val="108333"/>
              </a:lnSpc>
              <a:buNone/>
            </a:pPr>
            <a:r>
              <a:rPr lang="en-US" sz="1795" dirty="0">
                <a:solidFill>
                  <a:srgbClr val="06041F"/>
                </a:solidFill>
                <a:latin typeface="Equip Extended Medium" pitchFamily="34" charset="0"/>
                <a:ea typeface="Equip Extended Medium" pitchFamily="34" charset="-122"/>
                <a:cs typeface="Equip Extended Medium" pitchFamily="34" charset="-120"/>
              </a:rPr>
              <a:t>Role /position</a:t>
            </a:r>
            <a:endParaRPr lang="en-US" sz="1795" dirty="0"/>
          </a:p>
        </p:txBody>
      </p:sp>
      <p:sp>
        <p:nvSpPr>
          <p:cNvPr id="16" name="Role position"/>
          <p:cNvSpPr/>
          <p:nvPr/>
        </p:nvSpPr>
        <p:spPr>
          <a:xfrm>
            <a:off x="15052216" y="7232938"/>
            <a:ext cx="1666875" cy="295275"/>
          </a:xfrm>
          <a:prstGeom prst="rect">
            <a:avLst/>
          </a:prstGeom>
          <a:noFill/>
          <a:ln/>
        </p:spPr>
        <p:txBody>
          <a:bodyPr wrap="square" lIns="0" tIns="0" rIns="0" bIns="0" rtlCol="0" anchor="ctr"/>
          <a:lstStyle/>
          <a:p>
            <a:pPr marL="0" indent="0" algn="l">
              <a:lnSpc>
                <a:spcPct val="108333"/>
              </a:lnSpc>
              <a:buNone/>
            </a:pPr>
            <a:r>
              <a:rPr lang="en-US" sz="1795" dirty="0">
                <a:solidFill>
                  <a:srgbClr val="06041F"/>
                </a:solidFill>
                <a:latin typeface="Equip Extended Medium" pitchFamily="34" charset="0"/>
                <a:ea typeface="Equip Extended Medium" pitchFamily="34" charset="-122"/>
                <a:cs typeface="Equip Extended Medium" pitchFamily="34" charset="-120"/>
              </a:rPr>
              <a:t>Role /position</a:t>
            </a:r>
            <a:endParaRPr lang="en-US" sz="1795" dirty="0"/>
          </a:p>
        </p:txBody>
      </p:sp>
      <p:sp>
        <p:nvSpPr>
          <p:cNvPr id="17" name="Role position"/>
          <p:cNvSpPr/>
          <p:nvPr/>
        </p:nvSpPr>
        <p:spPr>
          <a:xfrm>
            <a:off x="5831495" y="8411439"/>
            <a:ext cx="1666875" cy="295275"/>
          </a:xfrm>
          <a:prstGeom prst="rect">
            <a:avLst/>
          </a:prstGeom>
          <a:noFill/>
          <a:ln/>
        </p:spPr>
        <p:txBody>
          <a:bodyPr wrap="square" lIns="0" tIns="0" rIns="0" bIns="0" rtlCol="0" anchor="ctr"/>
          <a:lstStyle/>
          <a:p>
            <a:pPr marL="0" indent="0" algn="l">
              <a:lnSpc>
                <a:spcPct val="108333"/>
              </a:lnSpc>
              <a:buNone/>
            </a:pPr>
            <a:r>
              <a:rPr lang="en-US" sz="1795" dirty="0">
                <a:solidFill>
                  <a:srgbClr val="06041F"/>
                </a:solidFill>
                <a:latin typeface="Equip Extended Medium" pitchFamily="34" charset="0"/>
                <a:ea typeface="Equip Extended Medium" pitchFamily="34" charset="-122"/>
                <a:cs typeface="Equip Extended Medium" pitchFamily="34" charset="-120"/>
              </a:rPr>
              <a:t>Role /position</a:t>
            </a:r>
            <a:endParaRPr lang="en-US" sz="1795" dirty="0"/>
          </a:p>
        </p:txBody>
      </p:sp>
      <p:sp>
        <p:nvSpPr>
          <p:cNvPr id="18" name="Role position"/>
          <p:cNvSpPr/>
          <p:nvPr/>
        </p:nvSpPr>
        <p:spPr>
          <a:xfrm>
            <a:off x="8905056" y="8411439"/>
            <a:ext cx="1666875" cy="295275"/>
          </a:xfrm>
          <a:prstGeom prst="rect">
            <a:avLst/>
          </a:prstGeom>
          <a:noFill/>
          <a:ln/>
        </p:spPr>
        <p:txBody>
          <a:bodyPr wrap="square" lIns="0" tIns="0" rIns="0" bIns="0" rtlCol="0" anchor="ctr"/>
          <a:lstStyle/>
          <a:p>
            <a:pPr marL="0" indent="0" algn="l">
              <a:lnSpc>
                <a:spcPct val="108333"/>
              </a:lnSpc>
              <a:buNone/>
            </a:pPr>
            <a:r>
              <a:rPr lang="en-US" sz="1795" dirty="0">
                <a:solidFill>
                  <a:srgbClr val="06041F"/>
                </a:solidFill>
                <a:latin typeface="Equip Extended Medium" pitchFamily="34" charset="0"/>
                <a:ea typeface="Equip Extended Medium" pitchFamily="34" charset="-122"/>
                <a:cs typeface="Equip Extended Medium" pitchFamily="34" charset="-120"/>
              </a:rPr>
              <a:t>Role /position</a:t>
            </a:r>
            <a:endParaRPr lang="en-US" sz="1795" dirty="0"/>
          </a:p>
        </p:txBody>
      </p:sp>
      <p:sp>
        <p:nvSpPr>
          <p:cNvPr id="19" name="Role position"/>
          <p:cNvSpPr/>
          <p:nvPr/>
        </p:nvSpPr>
        <p:spPr>
          <a:xfrm>
            <a:off x="11978618" y="8411439"/>
            <a:ext cx="1666875" cy="295275"/>
          </a:xfrm>
          <a:prstGeom prst="rect">
            <a:avLst/>
          </a:prstGeom>
          <a:noFill/>
          <a:ln/>
        </p:spPr>
        <p:txBody>
          <a:bodyPr wrap="square" lIns="0" tIns="0" rIns="0" bIns="0" rtlCol="0" anchor="ctr"/>
          <a:lstStyle/>
          <a:p>
            <a:pPr marL="0" indent="0" algn="l">
              <a:lnSpc>
                <a:spcPct val="108333"/>
              </a:lnSpc>
              <a:buNone/>
            </a:pPr>
            <a:r>
              <a:rPr lang="en-US" sz="1795" dirty="0">
                <a:solidFill>
                  <a:srgbClr val="06041F"/>
                </a:solidFill>
                <a:latin typeface="Equip Extended Medium" pitchFamily="34" charset="0"/>
                <a:ea typeface="Equip Extended Medium" pitchFamily="34" charset="-122"/>
                <a:cs typeface="Equip Extended Medium" pitchFamily="34" charset="-120"/>
              </a:rPr>
              <a:t>Role /position</a:t>
            </a:r>
            <a:endParaRPr lang="en-US" sz="1795" dirty="0"/>
          </a:p>
        </p:txBody>
      </p:sp>
      <p:sp>
        <p:nvSpPr>
          <p:cNvPr id="20" name="Role position"/>
          <p:cNvSpPr/>
          <p:nvPr/>
        </p:nvSpPr>
        <p:spPr>
          <a:xfrm>
            <a:off x="15052216" y="8411439"/>
            <a:ext cx="1666875" cy="295275"/>
          </a:xfrm>
          <a:prstGeom prst="rect">
            <a:avLst/>
          </a:prstGeom>
          <a:noFill/>
          <a:ln/>
        </p:spPr>
        <p:txBody>
          <a:bodyPr wrap="square" lIns="0" tIns="0" rIns="0" bIns="0" rtlCol="0" anchor="ctr"/>
          <a:lstStyle/>
          <a:p>
            <a:pPr marL="0" indent="0" algn="l">
              <a:lnSpc>
                <a:spcPct val="108333"/>
              </a:lnSpc>
              <a:buNone/>
            </a:pPr>
            <a:r>
              <a:rPr lang="en-US" sz="1795" dirty="0">
                <a:solidFill>
                  <a:srgbClr val="06041F"/>
                </a:solidFill>
                <a:latin typeface="Equip Extended Medium" pitchFamily="34" charset="0"/>
                <a:ea typeface="Equip Extended Medium" pitchFamily="34" charset="-122"/>
                <a:cs typeface="Equip Extended Medium" pitchFamily="34" charset="-120"/>
              </a:rPr>
              <a:t>Role /position</a:t>
            </a:r>
            <a:endParaRPr lang="en-US" sz="1795" dirty="0"/>
          </a:p>
        </p:txBody>
      </p:sp>
      <p:sp>
        <p:nvSpPr>
          <p:cNvPr id="21" name="team-structure-title"/>
          <p:cNvSpPr/>
          <p:nvPr/>
        </p:nvSpPr>
        <p:spPr>
          <a:xfrm>
            <a:off x="794359" y="1695450"/>
            <a:ext cx="9658350" cy="762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Team Structure</a:t>
            </a:r>
            <a:endParaRPr lang="en-US" sz="4800" dirty="0"/>
          </a:p>
        </p:txBody>
      </p:sp>
      <p:pic>
        <p:nvPicPr>
          <p:cNvPr id="26" name="Graphic 25">
            <a:extLst>
              <a:ext uri="{FF2B5EF4-FFF2-40B4-BE49-F238E27FC236}">
                <a16:creationId xmlns:a16="http://schemas.microsoft.com/office/drawing/2014/main" id="{059E84AB-6AA8-6A04-2D36-7B3834DA75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2730" y="101077"/>
            <a:ext cx="2198820" cy="16491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table" descr="preencoded.png"/>
          <p:cNvPicPr>
            <a:picLocks noChangeAspect="1"/>
          </p:cNvPicPr>
          <p:nvPr/>
        </p:nvPicPr>
        <p:blipFill>
          <a:blip r:embed="rId2"/>
          <a:srcRect/>
          <a:stretch/>
        </p:blipFill>
        <p:spPr>
          <a:xfrm>
            <a:off x="797691" y="3019425"/>
            <a:ext cx="16678275" cy="6496050"/>
          </a:xfrm>
          <a:prstGeom prst="rect">
            <a:avLst/>
          </a:prstGeom>
        </p:spPr>
      </p:pic>
      <p:sp>
        <p:nvSpPr>
          <p:cNvPr id="4" name="Role"/>
          <p:cNvSpPr/>
          <p:nvPr/>
        </p:nvSpPr>
        <p:spPr>
          <a:xfrm>
            <a:off x="797691" y="3019533"/>
            <a:ext cx="1635751"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Role</a:t>
            </a:r>
            <a:endParaRPr lang="en-US" sz="1958" dirty="0"/>
          </a:p>
        </p:txBody>
      </p:sp>
      <p:sp>
        <p:nvSpPr>
          <p:cNvPr id="5" name="Location"/>
          <p:cNvSpPr/>
          <p:nvPr/>
        </p:nvSpPr>
        <p:spPr>
          <a:xfrm>
            <a:off x="4017290" y="3019479"/>
            <a:ext cx="1179758"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Location</a:t>
            </a:r>
            <a:endParaRPr lang="en-US" sz="1958" dirty="0"/>
          </a:p>
        </p:txBody>
      </p:sp>
      <p:sp>
        <p:nvSpPr>
          <p:cNvPr id="6" name="M1"/>
          <p:cNvSpPr/>
          <p:nvPr/>
        </p:nvSpPr>
        <p:spPr>
          <a:xfrm>
            <a:off x="6670337" y="3019425"/>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M1</a:t>
            </a:r>
            <a:endParaRPr lang="en-US" sz="1958" dirty="0"/>
          </a:p>
        </p:txBody>
      </p:sp>
      <p:sp>
        <p:nvSpPr>
          <p:cNvPr id="7" name="M2"/>
          <p:cNvSpPr/>
          <p:nvPr/>
        </p:nvSpPr>
        <p:spPr>
          <a:xfrm>
            <a:off x="7361235" y="3019425"/>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M2</a:t>
            </a:r>
            <a:endParaRPr lang="en-US" sz="1958" dirty="0"/>
          </a:p>
        </p:txBody>
      </p:sp>
      <p:sp>
        <p:nvSpPr>
          <p:cNvPr id="8" name="M3"/>
          <p:cNvSpPr/>
          <p:nvPr/>
        </p:nvSpPr>
        <p:spPr>
          <a:xfrm>
            <a:off x="8010646" y="3019425"/>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M3</a:t>
            </a:r>
            <a:endParaRPr lang="en-US" sz="1958" dirty="0"/>
          </a:p>
        </p:txBody>
      </p:sp>
      <p:sp>
        <p:nvSpPr>
          <p:cNvPr id="9" name="M4"/>
          <p:cNvSpPr/>
          <p:nvPr/>
        </p:nvSpPr>
        <p:spPr>
          <a:xfrm>
            <a:off x="8701581" y="3019425"/>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M4</a:t>
            </a:r>
            <a:endParaRPr lang="en-US" sz="1958" dirty="0"/>
          </a:p>
        </p:txBody>
      </p:sp>
      <p:sp>
        <p:nvSpPr>
          <p:cNvPr id="10" name="M5"/>
          <p:cNvSpPr/>
          <p:nvPr/>
        </p:nvSpPr>
        <p:spPr>
          <a:xfrm>
            <a:off x="9392478" y="3019425"/>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M5</a:t>
            </a:r>
            <a:endParaRPr lang="en-US" sz="1958" dirty="0"/>
          </a:p>
        </p:txBody>
      </p:sp>
      <p:sp>
        <p:nvSpPr>
          <p:cNvPr id="11" name="M6"/>
          <p:cNvSpPr/>
          <p:nvPr/>
        </p:nvSpPr>
        <p:spPr>
          <a:xfrm>
            <a:off x="10083375" y="3019425"/>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M6</a:t>
            </a:r>
            <a:endParaRPr lang="en-US" sz="1958" dirty="0"/>
          </a:p>
        </p:txBody>
      </p:sp>
      <p:sp>
        <p:nvSpPr>
          <p:cNvPr id="12" name="UATLIVE"/>
          <p:cNvSpPr/>
          <p:nvPr/>
        </p:nvSpPr>
        <p:spPr>
          <a:xfrm>
            <a:off x="10912422" y="3019425"/>
            <a:ext cx="1277423"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UAT/LIVE</a:t>
            </a:r>
            <a:endParaRPr lang="en-US" sz="1958" dirty="0"/>
          </a:p>
        </p:txBody>
      </p:sp>
      <p:sp>
        <p:nvSpPr>
          <p:cNvPr id="13" name="Product Owner  BA"/>
          <p:cNvSpPr/>
          <p:nvPr/>
        </p:nvSpPr>
        <p:spPr>
          <a:xfrm>
            <a:off x="797691" y="3737959"/>
            <a:ext cx="3114272" cy="345449"/>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Senior Product Designer</a:t>
            </a:r>
            <a:endParaRPr lang="en-US" sz="1958" dirty="0"/>
          </a:p>
        </p:txBody>
      </p:sp>
      <p:sp>
        <p:nvSpPr>
          <p:cNvPr id="14" name="Offshore"/>
          <p:cNvSpPr/>
          <p:nvPr/>
        </p:nvSpPr>
        <p:spPr>
          <a:xfrm>
            <a:off x="4017290" y="3738627"/>
            <a:ext cx="2285195" cy="343914"/>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Europe</a:t>
            </a:r>
            <a:endParaRPr lang="en-US" sz="1958" dirty="0"/>
          </a:p>
        </p:txBody>
      </p:sp>
      <p:sp>
        <p:nvSpPr>
          <p:cNvPr id="15" name="name_1"/>
          <p:cNvSpPr/>
          <p:nvPr/>
        </p:nvSpPr>
        <p:spPr>
          <a:xfrm>
            <a:off x="6670337" y="3737959"/>
            <a:ext cx="364499"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1</a:t>
            </a:r>
            <a:endParaRPr lang="en-US" sz="1958" dirty="0"/>
          </a:p>
        </p:txBody>
      </p:sp>
      <p:sp>
        <p:nvSpPr>
          <p:cNvPr id="16" name="name_1"/>
          <p:cNvSpPr/>
          <p:nvPr/>
        </p:nvSpPr>
        <p:spPr>
          <a:xfrm>
            <a:off x="7361235" y="3737959"/>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1</a:t>
            </a:r>
            <a:endParaRPr lang="en-US" sz="1958" dirty="0"/>
          </a:p>
        </p:txBody>
      </p:sp>
      <p:sp>
        <p:nvSpPr>
          <p:cNvPr id="17" name="name_1"/>
          <p:cNvSpPr/>
          <p:nvPr/>
        </p:nvSpPr>
        <p:spPr>
          <a:xfrm>
            <a:off x="8052132" y="3737959"/>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1</a:t>
            </a:r>
            <a:endParaRPr lang="en-US" sz="1958" dirty="0"/>
          </a:p>
        </p:txBody>
      </p:sp>
      <p:sp>
        <p:nvSpPr>
          <p:cNvPr id="18" name="name_1"/>
          <p:cNvSpPr/>
          <p:nvPr/>
        </p:nvSpPr>
        <p:spPr>
          <a:xfrm>
            <a:off x="8701581" y="3737959"/>
            <a:ext cx="526021" cy="390525"/>
          </a:xfrm>
          <a:prstGeom prst="rect">
            <a:avLst/>
          </a:prstGeom>
          <a:noFill/>
          <a:ln/>
        </p:spPr>
        <p:txBody>
          <a:bodyPr wrap="square" lIns="0" tIns="0" rIns="0" bIns="0" rtlCol="0" anchor="t"/>
          <a:lstStyle/>
          <a:p>
            <a:pPr marL="0" indent="0" algn="l">
              <a:spcAft>
                <a:spcPts val="1306"/>
              </a:spcAft>
              <a:buNone/>
            </a:pPr>
            <a:endParaRPr lang="en-US" dirty="0"/>
          </a:p>
        </p:txBody>
      </p:sp>
      <p:sp>
        <p:nvSpPr>
          <p:cNvPr id="19" name="name_1"/>
          <p:cNvSpPr/>
          <p:nvPr/>
        </p:nvSpPr>
        <p:spPr>
          <a:xfrm>
            <a:off x="9392478" y="3737959"/>
            <a:ext cx="526021" cy="390525"/>
          </a:xfrm>
          <a:prstGeom prst="rect">
            <a:avLst/>
          </a:prstGeom>
          <a:noFill/>
          <a:ln/>
        </p:spPr>
        <p:txBody>
          <a:bodyPr wrap="square" lIns="0" tIns="0" rIns="0" bIns="0" rtlCol="0" anchor="t"/>
          <a:lstStyle/>
          <a:p>
            <a:pPr marL="0" indent="0" algn="l">
              <a:spcAft>
                <a:spcPts val="1306"/>
              </a:spcAft>
              <a:buNone/>
            </a:pPr>
            <a:endParaRPr lang="en-US" dirty="0"/>
          </a:p>
        </p:txBody>
      </p:sp>
      <p:sp>
        <p:nvSpPr>
          <p:cNvPr id="20" name="name_1"/>
          <p:cNvSpPr/>
          <p:nvPr/>
        </p:nvSpPr>
        <p:spPr>
          <a:xfrm>
            <a:off x="10083375" y="3737959"/>
            <a:ext cx="526021" cy="390525"/>
          </a:xfrm>
          <a:prstGeom prst="rect">
            <a:avLst/>
          </a:prstGeom>
          <a:noFill/>
          <a:ln/>
        </p:spPr>
        <p:txBody>
          <a:bodyPr wrap="square" lIns="0" tIns="0" rIns="0" bIns="0" rtlCol="0" anchor="t"/>
          <a:lstStyle/>
          <a:p>
            <a:pPr marL="0" indent="0" algn="l">
              <a:spcAft>
                <a:spcPts val="1306"/>
              </a:spcAft>
              <a:buNone/>
            </a:pPr>
            <a:endParaRPr lang="en-US" dirty="0"/>
          </a:p>
        </p:txBody>
      </p:sp>
      <p:sp>
        <p:nvSpPr>
          <p:cNvPr id="21" name="name_1"/>
          <p:cNvSpPr/>
          <p:nvPr/>
        </p:nvSpPr>
        <p:spPr>
          <a:xfrm>
            <a:off x="11423684" y="3737959"/>
            <a:ext cx="526021" cy="390525"/>
          </a:xfrm>
          <a:prstGeom prst="rect">
            <a:avLst/>
          </a:prstGeom>
          <a:noFill/>
          <a:ln/>
        </p:spPr>
        <p:txBody>
          <a:bodyPr wrap="square" lIns="0" tIns="0" rIns="0" bIns="0" rtlCol="0" anchor="t"/>
          <a:lstStyle/>
          <a:p>
            <a:pPr marL="0" indent="0" algn="l">
              <a:spcAft>
                <a:spcPts val="1306"/>
              </a:spcAft>
              <a:buNone/>
            </a:pPr>
            <a:endParaRPr lang="en-US" dirty="0"/>
          </a:p>
        </p:txBody>
      </p:sp>
      <p:sp>
        <p:nvSpPr>
          <p:cNvPr id="22" name="Product Owner  BA"/>
          <p:cNvSpPr/>
          <p:nvPr/>
        </p:nvSpPr>
        <p:spPr>
          <a:xfrm>
            <a:off x="797691" y="4484128"/>
            <a:ext cx="3114272" cy="345449"/>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Product Designer</a:t>
            </a:r>
            <a:endParaRPr lang="en-US" sz="1958" dirty="0"/>
          </a:p>
        </p:txBody>
      </p:sp>
      <p:sp>
        <p:nvSpPr>
          <p:cNvPr id="23" name="Offshore"/>
          <p:cNvSpPr/>
          <p:nvPr/>
        </p:nvSpPr>
        <p:spPr>
          <a:xfrm>
            <a:off x="4017290" y="4484796"/>
            <a:ext cx="2285195" cy="343914"/>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Europe</a:t>
            </a:r>
            <a:endParaRPr lang="en-US" sz="1958" dirty="0"/>
          </a:p>
        </p:txBody>
      </p:sp>
      <p:sp>
        <p:nvSpPr>
          <p:cNvPr id="24" name="name_1"/>
          <p:cNvSpPr/>
          <p:nvPr/>
        </p:nvSpPr>
        <p:spPr>
          <a:xfrm>
            <a:off x="6670337" y="4484128"/>
            <a:ext cx="364499"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1</a:t>
            </a:r>
            <a:endParaRPr lang="en-US" sz="1958" dirty="0"/>
          </a:p>
        </p:txBody>
      </p:sp>
      <p:sp>
        <p:nvSpPr>
          <p:cNvPr id="25" name="name_1"/>
          <p:cNvSpPr/>
          <p:nvPr/>
        </p:nvSpPr>
        <p:spPr>
          <a:xfrm>
            <a:off x="7361235" y="4484128"/>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1</a:t>
            </a:r>
            <a:endParaRPr lang="en-US" sz="1958" dirty="0"/>
          </a:p>
        </p:txBody>
      </p:sp>
      <p:sp>
        <p:nvSpPr>
          <p:cNvPr id="26" name="name_1"/>
          <p:cNvSpPr/>
          <p:nvPr/>
        </p:nvSpPr>
        <p:spPr>
          <a:xfrm>
            <a:off x="8052132" y="4484128"/>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1</a:t>
            </a:r>
            <a:endParaRPr lang="en-US" sz="1958" dirty="0"/>
          </a:p>
        </p:txBody>
      </p:sp>
      <p:sp>
        <p:nvSpPr>
          <p:cNvPr id="27" name="name_1"/>
          <p:cNvSpPr/>
          <p:nvPr/>
        </p:nvSpPr>
        <p:spPr>
          <a:xfrm>
            <a:off x="8701581" y="4484128"/>
            <a:ext cx="526021" cy="390525"/>
          </a:xfrm>
          <a:prstGeom prst="rect">
            <a:avLst/>
          </a:prstGeom>
          <a:noFill/>
          <a:ln/>
        </p:spPr>
        <p:txBody>
          <a:bodyPr wrap="square" lIns="0" tIns="0" rIns="0" bIns="0" rtlCol="0" anchor="t"/>
          <a:lstStyle/>
          <a:p>
            <a:pPr marL="0" indent="0" algn="l">
              <a:spcAft>
                <a:spcPts val="1306"/>
              </a:spcAft>
              <a:buNone/>
            </a:pPr>
            <a:endParaRPr lang="en-US" dirty="0"/>
          </a:p>
        </p:txBody>
      </p:sp>
      <p:sp>
        <p:nvSpPr>
          <p:cNvPr id="28" name="name_1"/>
          <p:cNvSpPr/>
          <p:nvPr/>
        </p:nvSpPr>
        <p:spPr>
          <a:xfrm>
            <a:off x="9392478" y="4484128"/>
            <a:ext cx="526021" cy="390525"/>
          </a:xfrm>
          <a:prstGeom prst="rect">
            <a:avLst/>
          </a:prstGeom>
          <a:noFill/>
          <a:ln/>
        </p:spPr>
        <p:txBody>
          <a:bodyPr wrap="square" lIns="0" tIns="0" rIns="0" bIns="0" rtlCol="0" anchor="t"/>
          <a:lstStyle/>
          <a:p>
            <a:pPr marL="0" indent="0" algn="l">
              <a:spcAft>
                <a:spcPts val="1306"/>
              </a:spcAft>
              <a:buNone/>
            </a:pPr>
            <a:endParaRPr lang="en-US" dirty="0"/>
          </a:p>
        </p:txBody>
      </p:sp>
      <p:sp>
        <p:nvSpPr>
          <p:cNvPr id="29" name="name_1"/>
          <p:cNvSpPr/>
          <p:nvPr/>
        </p:nvSpPr>
        <p:spPr>
          <a:xfrm>
            <a:off x="10083375" y="4484128"/>
            <a:ext cx="526021" cy="390525"/>
          </a:xfrm>
          <a:prstGeom prst="rect">
            <a:avLst/>
          </a:prstGeom>
          <a:noFill/>
          <a:ln/>
        </p:spPr>
        <p:txBody>
          <a:bodyPr wrap="square" lIns="0" tIns="0" rIns="0" bIns="0" rtlCol="0" anchor="t"/>
          <a:lstStyle/>
          <a:p>
            <a:pPr marL="0" indent="0" algn="l">
              <a:spcAft>
                <a:spcPts val="1306"/>
              </a:spcAft>
              <a:buNone/>
            </a:pPr>
            <a:endParaRPr lang="en-US" dirty="0"/>
          </a:p>
        </p:txBody>
      </p:sp>
      <p:sp>
        <p:nvSpPr>
          <p:cNvPr id="30" name="name_1"/>
          <p:cNvSpPr/>
          <p:nvPr/>
        </p:nvSpPr>
        <p:spPr>
          <a:xfrm>
            <a:off x="11423684" y="4484128"/>
            <a:ext cx="526021" cy="390525"/>
          </a:xfrm>
          <a:prstGeom prst="rect">
            <a:avLst/>
          </a:prstGeom>
          <a:noFill/>
          <a:ln/>
        </p:spPr>
        <p:txBody>
          <a:bodyPr wrap="square" lIns="0" tIns="0" rIns="0" bIns="0" rtlCol="0" anchor="t"/>
          <a:lstStyle/>
          <a:p>
            <a:pPr marL="0" indent="0" algn="l">
              <a:spcAft>
                <a:spcPts val="1306"/>
              </a:spcAft>
              <a:buNone/>
            </a:pPr>
            <a:endParaRPr lang="en-US" dirty="0"/>
          </a:p>
        </p:txBody>
      </p:sp>
      <p:sp>
        <p:nvSpPr>
          <p:cNvPr id="31" name="Product Owner  BA"/>
          <p:cNvSpPr/>
          <p:nvPr/>
        </p:nvSpPr>
        <p:spPr>
          <a:xfrm>
            <a:off x="797691" y="5230298"/>
            <a:ext cx="3114272" cy="345449"/>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Product Owner / BA</a:t>
            </a:r>
            <a:endParaRPr lang="en-US" sz="1958" dirty="0"/>
          </a:p>
        </p:txBody>
      </p:sp>
      <p:sp>
        <p:nvSpPr>
          <p:cNvPr id="32" name="Offshore"/>
          <p:cNvSpPr/>
          <p:nvPr/>
        </p:nvSpPr>
        <p:spPr>
          <a:xfrm>
            <a:off x="4017290" y="5230966"/>
            <a:ext cx="2285195" cy="343914"/>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Offshore</a:t>
            </a:r>
            <a:endParaRPr lang="en-US" sz="1958" dirty="0"/>
          </a:p>
        </p:txBody>
      </p:sp>
      <p:sp>
        <p:nvSpPr>
          <p:cNvPr id="33" name="name_1"/>
          <p:cNvSpPr/>
          <p:nvPr/>
        </p:nvSpPr>
        <p:spPr>
          <a:xfrm>
            <a:off x="6670337" y="5230298"/>
            <a:ext cx="364499"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1</a:t>
            </a:r>
            <a:endParaRPr lang="en-US" sz="1958" dirty="0"/>
          </a:p>
        </p:txBody>
      </p:sp>
      <p:sp>
        <p:nvSpPr>
          <p:cNvPr id="34" name="name_1"/>
          <p:cNvSpPr/>
          <p:nvPr/>
        </p:nvSpPr>
        <p:spPr>
          <a:xfrm>
            <a:off x="7361235" y="5230298"/>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1</a:t>
            </a:r>
            <a:endParaRPr lang="en-US" sz="1958" dirty="0"/>
          </a:p>
        </p:txBody>
      </p:sp>
      <p:sp>
        <p:nvSpPr>
          <p:cNvPr id="35" name="name_1"/>
          <p:cNvSpPr/>
          <p:nvPr/>
        </p:nvSpPr>
        <p:spPr>
          <a:xfrm>
            <a:off x="8052132" y="5230298"/>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1</a:t>
            </a:r>
            <a:endParaRPr lang="en-US" sz="1958" dirty="0"/>
          </a:p>
        </p:txBody>
      </p:sp>
      <p:sp>
        <p:nvSpPr>
          <p:cNvPr id="36" name="name_1"/>
          <p:cNvSpPr/>
          <p:nvPr/>
        </p:nvSpPr>
        <p:spPr>
          <a:xfrm>
            <a:off x="8701581" y="5230298"/>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1</a:t>
            </a:r>
            <a:endParaRPr lang="en-US" sz="1958" dirty="0"/>
          </a:p>
        </p:txBody>
      </p:sp>
      <p:sp>
        <p:nvSpPr>
          <p:cNvPr id="37" name="name_1"/>
          <p:cNvSpPr/>
          <p:nvPr/>
        </p:nvSpPr>
        <p:spPr>
          <a:xfrm>
            <a:off x="9392478" y="5230298"/>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1</a:t>
            </a:r>
            <a:endParaRPr lang="en-US" sz="1958" dirty="0"/>
          </a:p>
        </p:txBody>
      </p:sp>
      <p:sp>
        <p:nvSpPr>
          <p:cNvPr id="38" name="name_1"/>
          <p:cNvSpPr/>
          <p:nvPr/>
        </p:nvSpPr>
        <p:spPr>
          <a:xfrm>
            <a:off x="10083375" y="5230298"/>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1</a:t>
            </a:r>
            <a:endParaRPr lang="en-US" sz="1958" dirty="0"/>
          </a:p>
        </p:txBody>
      </p:sp>
      <p:sp>
        <p:nvSpPr>
          <p:cNvPr id="39" name="name_1"/>
          <p:cNvSpPr/>
          <p:nvPr/>
        </p:nvSpPr>
        <p:spPr>
          <a:xfrm>
            <a:off x="11423684" y="5230298"/>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1</a:t>
            </a:r>
            <a:endParaRPr lang="en-US" sz="1958" dirty="0"/>
          </a:p>
        </p:txBody>
      </p:sp>
      <p:sp>
        <p:nvSpPr>
          <p:cNvPr id="40" name="Product Owner  BA"/>
          <p:cNvSpPr/>
          <p:nvPr/>
        </p:nvSpPr>
        <p:spPr>
          <a:xfrm>
            <a:off x="797691" y="5976468"/>
            <a:ext cx="3114272" cy="345449"/>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Architect</a:t>
            </a:r>
            <a:endParaRPr lang="en-US" sz="1958" dirty="0"/>
          </a:p>
        </p:txBody>
      </p:sp>
      <p:sp>
        <p:nvSpPr>
          <p:cNvPr id="41" name="Offshore"/>
          <p:cNvSpPr/>
          <p:nvPr/>
        </p:nvSpPr>
        <p:spPr>
          <a:xfrm>
            <a:off x="4017290" y="5977136"/>
            <a:ext cx="2285195" cy="343914"/>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Europe/ Offshore</a:t>
            </a:r>
            <a:endParaRPr lang="en-US" sz="1958" dirty="0"/>
          </a:p>
        </p:txBody>
      </p:sp>
      <p:sp>
        <p:nvSpPr>
          <p:cNvPr id="42" name="name_1"/>
          <p:cNvSpPr/>
          <p:nvPr/>
        </p:nvSpPr>
        <p:spPr>
          <a:xfrm>
            <a:off x="6670337" y="5976468"/>
            <a:ext cx="374024"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0.5</a:t>
            </a:r>
            <a:endParaRPr lang="en-US" sz="1958" dirty="0"/>
          </a:p>
        </p:txBody>
      </p:sp>
      <p:sp>
        <p:nvSpPr>
          <p:cNvPr id="43" name="name_1"/>
          <p:cNvSpPr/>
          <p:nvPr/>
        </p:nvSpPr>
        <p:spPr>
          <a:xfrm>
            <a:off x="7361235" y="5976468"/>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0.5</a:t>
            </a:r>
            <a:endParaRPr lang="en-US" sz="1958" dirty="0"/>
          </a:p>
        </p:txBody>
      </p:sp>
      <p:sp>
        <p:nvSpPr>
          <p:cNvPr id="44" name="name_1"/>
          <p:cNvSpPr/>
          <p:nvPr/>
        </p:nvSpPr>
        <p:spPr>
          <a:xfrm>
            <a:off x="8052132" y="5976468"/>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0.5</a:t>
            </a:r>
            <a:endParaRPr lang="en-US" sz="1958" dirty="0"/>
          </a:p>
        </p:txBody>
      </p:sp>
      <p:sp>
        <p:nvSpPr>
          <p:cNvPr id="45" name="name_1"/>
          <p:cNvSpPr/>
          <p:nvPr/>
        </p:nvSpPr>
        <p:spPr>
          <a:xfrm>
            <a:off x="8701581" y="5976468"/>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0.5</a:t>
            </a:r>
            <a:endParaRPr lang="en-US" sz="1958" dirty="0"/>
          </a:p>
        </p:txBody>
      </p:sp>
      <p:sp>
        <p:nvSpPr>
          <p:cNvPr id="46" name="name_1"/>
          <p:cNvSpPr/>
          <p:nvPr/>
        </p:nvSpPr>
        <p:spPr>
          <a:xfrm>
            <a:off x="9392478" y="5976468"/>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0.5</a:t>
            </a:r>
            <a:endParaRPr lang="en-US" sz="1958" dirty="0"/>
          </a:p>
        </p:txBody>
      </p:sp>
      <p:sp>
        <p:nvSpPr>
          <p:cNvPr id="47" name="name_1"/>
          <p:cNvSpPr/>
          <p:nvPr/>
        </p:nvSpPr>
        <p:spPr>
          <a:xfrm>
            <a:off x="10083375" y="5976468"/>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0.5</a:t>
            </a:r>
            <a:endParaRPr lang="en-US" sz="1958" dirty="0"/>
          </a:p>
        </p:txBody>
      </p:sp>
      <p:sp>
        <p:nvSpPr>
          <p:cNvPr id="48" name="name_1"/>
          <p:cNvSpPr/>
          <p:nvPr/>
        </p:nvSpPr>
        <p:spPr>
          <a:xfrm>
            <a:off x="11423684" y="5976468"/>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0.5</a:t>
            </a:r>
            <a:endParaRPr lang="en-US" sz="1958" dirty="0"/>
          </a:p>
        </p:txBody>
      </p:sp>
      <p:sp>
        <p:nvSpPr>
          <p:cNvPr id="49" name="Product Owner  BA"/>
          <p:cNvSpPr/>
          <p:nvPr/>
        </p:nvSpPr>
        <p:spPr>
          <a:xfrm>
            <a:off x="797691" y="6722637"/>
            <a:ext cx="3114272" cy="345449"/>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Senior  Developer</a:t>
            </a:r>
            <a:endParaRPr lang="en-US" sz="1958" dirty="0"/>
          </a:p>
        </p:txBody>
      </p:sp>
      <p:sp>
        <p:nvSpPr>
          <p:cNvPr id="50" name="Offshore"/>
          <p:cNvSpPr/>
          <p:nvPr/>
        </p:nvSpPr>
        <p:spPr>
          <a:xfrm>
            <a:off x="4017290" y="6723305"/>
            <a:ext cx="2285195" cy="343914"/>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Offshore</a:t>
            </a:r>
            <a:endParaRPr lang="en-US" sz="1958" dirty="0"/>
          </a:p>
        </p:txBody>
      </p:sp>
      <p:sp>
        <p:nvSpPr>
          <p:cNvPr id="51" name="name_1"/>
          <p:cNvSpPr/>
          <p:nvPr/>
        </p:nvSpPr>
        <p:spPr>
          <a:xfrm>
            <a:off x="6670337" y="6722637"/>
            <a:ext cx="374024" cy="390525"/>
          </a:xfrm>
          <a:prstGeom prst="rect">
            <a:avLst/>
          </a:prstGeom>
          <a:noFill/>
          <a:ln/>
        </p:spPr>
        <p:txBody>
          <a:bodyPr wrap="square" lIns="0" tIns="0" rIns="0" bIns="0" rtlCol="0" anchor="t"/>
          <a:lstStyle/>
          <a:p>
            <a:pPr marL="0" indent="0" algn="l">
              <a:spcAft>
                <a:spcPts val="1306"/>
              </a:spcAft>
              <a:buNone/>
            </a:pPr>
            <a:endParaRPr lang="en-US" dirty="0"/>
          </a:p>
        </p:txBody>
      </p:sp>
      <p:sp>
        <p:nvSpPr>
          <p:cNvPr id="52" name="name_1"/>
          <p:cNvSpPr/>
          <p:nvPr/>
        </p:nvSpPr>
        <p:spPr>
          <a:xfrm>
            <a:off x="7361235" y="6722637"/>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3</a:t>
            </a:r>
            <a:endParaRPr lang="en-US" sz="1958" dirty="0"/>
          </a:p>
        </p:txBody>
      </p:sp>
      <p:sp>
        <p:nvSpPr>
          <p:cNvPr id="53" name="name_1"/>
          <p:cNvSpPr/>
          <p:nvPr/>
        </p:nvSpPr>
        <p:spPr>
          <a:xfrm>
            <a:off x="8052132" y="6722637"/>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4</a:t>
            </a:r>
            <a:endParaRPr lang="en-US" sz="1958" dirty="0"/>
          </a:p>
        </p:txBody>
      </p:sp>
      <p:sp>
        <p:nvSpPr>
          <p:cNvPr id="54" name="name_1"/>
          <p:cNvSpPr/>
          <p:nvPr/>
        </p:nvSpPr>
        <p:spPr>
          <a:xfrm>
            <a:off x="8701581" y="6722637"/>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5</a:t>
            </a:r>
            <a:endParaRPr lang="en-US" sz="1958" dirty="0"/>
          </a:p>
        </p:txBody>
      </p:sp>
      <p:sp>
        <p:nvSpPr>
          <p:cNvPr id="55" name="name_1"/>
          <p:cNvSpPr/>
          <p:nvPr/>
        </p:nvSpPr>
        <p:spPr>
          <a:xfrm>
            <a:off x="9392478" y="6722637"/>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5</a:t>
            </a:r>
            <a:endParaRPr lang="en-US" sz="1958" dirty="0"/>
          </a:p>
        </p:txBody>
      </p:sp>
      <p:sp>
        <p:nvSpPr>
          <p:cNvPr id="56" name="name_1"/>
          <p:cNvSpPr/>
          <p:nvPr/>
        </p:nvSpPr>
        <p:spPr>
          <a:xfrm>
            <a:off x="10083375" y="6722637"/>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5</a:t>
            </a:r>
            <a:endParaRPr lang="en-US" sz="1958" dirty="0"/>
          </a:p>
        </p:txBody>
      </p:sp>
      <p:sp>
        <p:nvSpPr>
          <p:cNvPr id="57" name="name_1"/>
          <p:cNvSpPr/>
          <p:nvPr/>
        </p:nvSpPr>
        <p:spPr>
          <a:xfrm>
            <a:off x="11423684" y="6722637"/>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4</a:t>
            </a:r>
            <a:endParaRPr lang="en-US" sz="1958" dirty="0"/>
          </a:p>
        </p:txBody>
      </p:sp>
      <p:sp>
        <p:nvSpPr>
          <p:cNvPr id="58" name="Product Owner  BA"/>
          <p:cNvSpPr/>
          <p:nvPr/>
        </p:nvSpPr>
        <p:spPr>
          <a:xfrm>
            <a:off x="797691" y="7468807"/>
            <a:ext cx="3114272" cy="345449"/>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QA Specialist</a:t>
            </a:r>
            <a:endParaRPr lang="en-US" sz="1958" dirty="0"/>
          </a:p>
        </p:txBody>
      </p:sp>
      <p:sp>
        <p:nvSpPr>
          <p:cNvPr id="59" name="Offshore"/>
          <p:cNvSpPr/>
          <p:nvPr/>
        </p:nvSpPr>
        <p:spPr>
          <a:xfrm>
            <a:off x="4017290" y="7469475"/>
            <a:ext cx="2285195" cy="343914"/>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Offshore</a:t>
            </a:r>
            <a:endParaRPr lang="en-US" sz="1958" dirty="0"/>
          </a:p>
        </p:txBody>
      </p:sp>
      <p:sp>
        <p:nvSpPr>
          <p:cNvPr id="60" name="name_1"/>
          <p:cNvSpPr/>
          <p:nvPr/>
        </p:nvSpPr>
        <p:spPr>
          <a:xfrm>
            <a:off x="6670337" y="7468807"/>
            <a:ext cx="374024" cy="390525"/>
          </a:xfrm>
          <a:prstGeom prst="rect">
            <a:avLst/>
          </a:prstGeom>
          <a:noFill/>
          <a:ln/>
        </p:spPr>
        <p:txBody>
          <a:bodyPr wrap="square" lIns="0" tIns="0" rIns="0" bIns="0" rtlCol="0" anchor="t"/>
          <a:lstStyle/>
          <a:p>
            <a:pPr marL="0" indent="0" algn="l">
              <a:spcAft>
                <a:spcPts val="1306"/>
              </a:spcAft>
              <a:buNone/>
            </a:pPr>
            <a:endParaRPr lang="en-US" dirty="0"/>
          </a:p>
        </p:txBody>
      </p:sp>
      <p:sp>
        <p:nvSpPr>
          <p:cNvPr id="61" name="name_1"/>
          <p:cNvSpPr/>
          <p:nvPr/>
        </p:nvSpPr>
        <p:spPr>
          <a:xfrm>
            <a:off x="7361235" y="7468807"/>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1</a:t>
            </a:r>
            <a:endParaRPr lang="en-US" sz="1958" dirty="0"/>
          </a:p>
        </p:txBody>
      </p:sp>
      <p:sp>
        <p:nvSpPr>
          <p:cNvPr id="62" name="name_1"/>
          <p:cNvSpPr/>
          <p:nvPr/>
        </p:nvSpPr>
        <p:spPr>
          <a:xfrm>
            <a:off x="8052132" y="7468807"/>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1</a:t>
            </a:r>
            <a:endParaRPr lang="en-US" sz="1958" dirty="0"/>
          </a:p>
        </p:txBody>
      </p:sp>
      <p:sp>
        <p:nvSpPr>
          <p:cNvPr id="63" name="name_1"/>
          <p:cNvSpPr/>
          <p:nvPr/>
        </p:nvSpPr>
        <p:spPr>
          <a:xfrm>
            <a:off x="8701581" y="7468807"/>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1</a:t>
            </a:r>
            <a:endParaRPr lang="en-US" sz="1958" dirty="0"/>
          </a:p>
        </p:txBody>
      </p:sp>
      <p:sp>
        <p:nvSpPr>
          <p:cNvPr id="64" name="name_1"/>
          <p:cNvSpPr/>
          <p:nvPr/>
        </p:nvSpPr>
        <p:spPr>
          <a:xfrm>
            <a:off x="9392478" y="7468807"/>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2</a:t>
            </a:r>
            <a:endParaRPr lang="en-US" sz="1958" dirty="0"/>
          </a:p>
        </p:txBody>
      </p:sp>
      <p:sp>
        <p:nvSpPr>
          <p:cNvPr id="65" name="name_1"/>
          <p:cNvSpPr/>
          <p:nvPr/>
        </p:nvSpPr>
        <p:spPr>
          <a:xfrm>
            <a:off x="10083375" y="7468807"/>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2</a:t>
            </a:r>
            <a:endParaRPr lang="en-US" sz="1958" dirty="0"/>
          </a:p>
        </p:txBody>
      </p:sp>
      <p:sp>
        <p:nvSpPr>
          <p:cNvPr id="66" name="name_1"/>
          <p:cNvSpPr/>
          <p:nvPr/>
        </p:nvSpPr>
        <p:spPr>
          <a:xfrm>
            <a:off x="11423684" y="7468807"/>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1</a:t>
            </a:r>
            <a:endParaRPr lang="en-US" sz="1958" dirty="0"/>
          </a:p>
        </p:txBody>
      </p:sp>
      <p:sp>
        <p:nvSpPr>
          <p:cNvPr id="67" name="Product Owner  BA"/>
          <p:cNvSpPr/>
          <p:nvPr/>
        </p:nvSpPr>
        <p:spPr>
          <a:xfrm>
            <a:off x="797691" y="8214976"/>
            <a:ext cx="3114272" cy="345449"/>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Scrum Master</a:t>
            </a:r>
            <a:endParaRPr lang="en-US" sz="1958" dirty="0"/>
          </a:p>
        </p:txBody>
      </p:sp>
      <p:sp>
        <p:nvSpPr>
          <p:cNvPr id="68" name="Offshore"/>
          <p:cNvSpPr/>
          <p:nvPr/>
        </p:nvSpPr>
        <p:spPr>
          <a:xfrm>
            <a:off x="4017290" y="8215644"/>
            <a:ext cx="2285195" cy="343914"/>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Offshore</a:t>
            </a:r>
            <a:endParaRPr lang="en-US" sz="1958" dirty="0"/>
          </a:p>
        </p:txBody>
      </p:sp>
      <p:sp>
        <p:nvSpPr>
          <p:cNvPr id="69" name="name_1"/>
          <p:cNvSpPr/>
          <p:nvPr/>
        </p:nvSpPr>
        <p:spPr>
          <a:xfrm>
            <a:off x="6670337" y="8214976"/>
            <a:ext cx="374024"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0.5</a:t>
            </a:r>
            <a:endParaRPr lang="en-US" sz="1958" dirty="0"/>
          </a:p>
        </p:txBody>
      </p:sp>
      <p:sp>
        <p:nvSpPr>
          <p:cNvPr id="70" name="name_1"/>
          <p:cNvSpPr/>
          <p:nvPr/>
        </p:nvSpPr>
        <p:spPr>
          <a:xfrm>
            <a:off x="7361235" y="8214976"/>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0.5</a:t>
            </a:r>
            <a:endParaRPr lang="en-US" sz="1958" dirty="0"/>
          </a:p>
        </p:txBody>
      </p:sp>
      <p:sp>
        <p:nvSpPr>
          <p:cNvPr id="71" name="name_1"/>
          <p:cNvSpPr/>
          <p:nvPr/>
        </p:nvSpPr>
        <p:spPr>
          <a:xfrm>
            <a:off x="8052132" y="8214976"/>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0.5</a:t>
            </a:r>
            <a:endParaRPr lang="en-US" sz="1958" dirty="0"/>
          </a:p>
        </p:txBody>
      </p:sp>
      <p:sp>
        <p:nvSpPr>
          <p:cNvPr id="72" name="name_1"/>
          <p:cNvSpPr/>
          <p:nvPr/>
        </p:nvSpPr>
        <p:spPr>
          <a:xfrm>
            <a:off x="8701581" y="8214976"/>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0.5</a:t>
            </a:r>
            <a:endParaRPr lang="en-US" sz="1958" dirty="0"/>
          </a:p>
        </p:txBody>
      </p:sp>
      <p:sp>
        <p:nvSpPr>
          <p:cNvPr id="73" name="name_1"/>
          <p:cNvSpPr/>
          <p:nvPr/>
        </p:nvSpPr>
        <p:spPr>
          <a:xfrm>
            <a:off x="9392478" y="8214976"/>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0.5</a:t>
            </a:r>
            <a:endParaRPr lang="en-US" sz="1958" dirty="0"/>
          </a:p>
        </p:txBody>
      </p:sp>
      <p:sp>
        <p:nvSpPr>
          <p:cNvPr id="74" name="name_1"/>
          <p:cNvSpPr/>
          <p:nvPr/>
        </p:nvSpPr>
        <p:spPr>
          <a:xfrm>
            <a:off x="10083375" y="8214976"/>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0.5</a:t>
            </a:r>
            <a:endParaRPr lang="en-US" sz="1958" dirty="0"/>
          </a:p>
        </p:txBody>
      </p:sp>
      <p:sp>
        <p:nvSpPr>
          <p:cNvPr id="75" name="name_1"/>
          <p:cNvSpPr/>
          <p:nvPr/>
        </p:nvSpPr>
        <p:spPr>
          <a:xfrm>
            <a:off x="11423684" y="8214976"/>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0.5</a:t>
            </a:r>
            <a:endParaRPr lang="en-US" sz="1958" dirty="0"/>
          </a:p>
        </p:txBody>
      </p:sp>
      <p:sp>
        <p:nvSpPr>
          <p:cNvPr id="76" name="Product Owner  BA"/>
          <p:cNvSpPr/>
          <p:nvPr/>
        </p:nvSpPr>
        <p:spPr>
          <a:xfrm>
            <a:off x="797691" y="8961146"/>
            <a:ext cx="3114272" cy="345449"/>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Project Manager</a:t>
            </a:r>
            <a:endParaRPr lang="en-US" sz="1958" dirty="0"/>
          </a:p>
        </p:txBody>
      </p:sp>
      <p:sp>
        <p:nvSpPr>
          <p:cNvPr id="77" name="Offshore"/>
          <p:cNvSpPr/>
          <p:nvPr/>
        </p:nvSpPr>
        <p:spPr>
          <a:xfrm>
            <a:off x="4017290" y="8961814"/>
            <a:ext cx="2342345" cy="343914"/>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US</a:t>
            </a:r>
            <a:endParaRPr lang="en-US" sz="1958" dirty="0"/>
          </a:p>
        </p:txBody>
      </p:sp>
      <p:sp>
        <p:nvSpPr>
          <p:cNvPr id="78" name="name_1"/>
          <p:cNvSpPr/>
          <p:nvPr/>
        </p:nvSpPr>
        <p:spPr>
          <a:xfrm>
            <a:off x="6670337" y="8961146"/>
            <a:ext cx="374024"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0.5</a:t>
            </a:r>
            <a:endParaRPr lang="en-US" sz="1958" dirty="0"/>
          </a:p>
        </p:txBody>
      </p:sp>
      <p:sp>
        <p:nvSpPr>
          <p:cNvPr id="79" name="name_1"/>
          <p:cNvSpPr/>
          <p:nvPr/>
        </p:nvSpPr>
        <p:spPr>
          <a:xfrm>
            <a:off x="7361235" y="8961146"/>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0.5</a:t>
            </a:r>
            <a:endParaRPr lang="en-US" sz="1958" dirty="0"/>
          </a:p>
        </p:txBody>
      </p:sp>
      <p:sp>
        <p:nvSpPr>
          <p:cNvPr id="80" name="name_1"/>
          <p:cNvSpPr/>
          <p:nvPr/>
        </p:nvSpPr>
        <p:spPr>
          <a:xfrm>
            <a:off x="8052132" y="8961146"/>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0.5</a:t>
            </a:r>
            <a:endParaRPr lang="en-US" sz="1958" dirty="0"/>
          </a:p>
        </p:txBody>
      </p:sp>
      <p:sp>
        <p:nvSpPr>
          <p:cNvPr id="81" name="name_1"/>
          <p:cNvSpPr/>
          <p:nvPr/>
        </p:nvSpPr>
        <p:spPr>
          <a:xfrm>
            <a:off x="8701581" y="8961146"/>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0.5</a:t>
            </a:r>
            <a:endParaRPr lang="en-US" sz="1958" dirty="0"/>
          </a:p>
        </p:txBody>
      </p:sp>
      <p:sp>
        <p:nvSpPr>
          <p:cNvPr id="82" name="name_1"/>
          <p:cNvSpPr/>
          <p:nvPr/>
        </p:nvSpPr>
        <p:spPr>
          <a:xfrm>
            <a:off x="9392478" y="8961146"/>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0.5</a:t>
            </a:r>
            <a:endParaRPr lang="en-US" sz="1958" dirty="0"/>
          </a:p>
        </p:txBody>
      </p:sp>
      <p:sp>
        <p:nvSpPr>
          <p:cNvPr id="83" name="name_1"/>
          <p:cNvSpPr/>
          <p:nvPr/>
        </p:nvSpPr>
        <p:spPr>
          <a:xfrm>
            <a:off x="10083375" y="8961146"/>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0.5</a:t>
            </a:r>
            <a:endParaRPr lang="en-US" sz="1958" dirty="0"/>
          </a:p>
        </p:txBody>
      </p:sp>
      <p:sp>
        <p:nvSpPr>
          <p:cNvPr id="84" name="name_1"/>
          <p:cNvSpPr/>
          <p:nvPr/>
        </p:nvSpPr>
        <p:spPr>
          <a:xfrm>
            <a:off x="11423684" y="8961146"/>
            <a:ext cx="516496" cy="390525"/>
          </a:xfrm>
          <a:prstGeom prst="rect">
            <a:avLst/>
          </a:prstGeom>
          <a:noFill/>
          <a:ln/>
        </p:spPr>
        <p:txBody>
          <a:bodyPr wrap="square" lIns="0" tIns="0" rIns="0" bIns="0" rtlCol="0" anchor="t"/>
          <a:lstStyle/>
          <a:p>
            <a:pPr marL="0" indent="0" algn="l">
              <a:lnSpc>
                <a:spcPts val="3046"/>
              </a:lnSpc>
              <a:spcAft>
                <a:spcPts val="1306"/>
              </a:spcAft>
              <a:buNone/>
            </a:pPr>
            <a:r>
              <a:rPr lang="en-US" sz="1958" dirty="0">
                <a:solidFill>
                  <a:srgbClr val="010716"/>
                </a:solidFill>
                <a:latin typeface="Equip Regular" pitchFamily="34" charset="0"/>
                <a:ea typeface="Equip Regular" pitchFamily="34" charset="-122"/>
                <a:cs typeface="Equip Regular" pitchFamily="34" charset="-120"/>
              </a:rPr>
              <a:t>0.5</a:t>
            </a:r>
            <a:endParaRPr lang="en-US" sz="1958" dirty="0"/>
          </a:p>
        </p:txBody>
      </p:sp>
      <p:sp>
        <p:nvSpPr>
          <p:cNvPr id="85" name="team-composition-title"/>
          <p:cNvSpPr/>
          <p:nvPr/>
        </p:nvSpPr>
        <p:spPr>
          <a:xfrm>
            <a:off x="794875" y="1685925"/>
            <a:ext cx="9658350" cy="762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Team Composition</a:t>
            </a:r>
            <a:endParaRPr lang="en-US" sz="4800" dirty="0"/>
          </a:p>
        </p:txBody>
      </p:sp>
      <p:pic>
        <p:nvPicPr>
          <p:cNvPr id="90" name="Graphic 89">
            <a:extLst>
              <a:ext uri="{FF2B5EF4-FFF2-40B4-BE49-F238E27FC236}">
                <a16:creationId xmlns:a16="http://schemas.microsoft.com/office/drawing/2014/main" id="{03758833-EA60-579B-6079-6E19B2182E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730" y="101077"/>
            <a:ext cx="2198820" cy="16491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3" descr="preencoded.png"/>
          <p:cNvPicPr>
            <a:picLocks noChangeAspect="1"/>
          </p:cNvPicPr>
          <p:nvPr/>
        </p:nvPicPr>
        <p:blipFill>
          <a:blip r:embed="rId2"/>
          <a:srcRect/>
          <a:stretch/>
        </p:blipFill>
        <p:spPr>
          <a:xfrm>
            <a:off x="795886" y="2314575"/>
            <a:ext cx="8458200" cy="6315075"/>
          </a:xfrm>
          <a:prstGeom prst="rect">
            <a:avLst/>
          </a:prstGeom>
        </p:spPr>
      </p:pic>
      <p:pic>
        <p:nvPicPr>
          <p:cNvPr id="4" name="CV Photo" descr="preencoded.png"/>
          <p:cNvPicPr>
            <a:picLocks noChangeAspect="1"/>
          </p:cNvPicPr>
          <p:nvPr/>
        </p:nvPicPr>
        <p:blipFill>
          <a:blip r:embed="rId3"/>
          <a:srcRect/>
          <a:stretch/>
        </p:blipFill>
        <p:spPr>
          <a:xfrm>
            <a:off x="11849100" y="0"/>
            <a:ext cx="6438900" cy="10287000"/>
          </a:xfrm>
          <a:prstGeom prst="rect">
            <a:avLst/>
          </a:prstGeom>
        </p:spPr>
      </p:pic>
      <p:sp>
        <p:nvSpPr>
          <p:cNvPr id="9" name="member-name"/>
          <p:cNvSpPr/>
          <p:nvPr/>
        </p:nvSpPr>
        <p:spPr>
          <a:xfrm>
            <a:off x="796809" y="2314575"/>
            <a:ext cx="6019800" cy="762000"/>
          </a:xfrm>
          <a:prstGeom prst="rect">
            <a:avLst/>
          </a:prstGeom>
          <a:noFill/>
          <a:ln/>
        </p:spPr>
        <p:txBody>
          <a:bodyPr wrap="square" lIns="0" tIns="0" rIns="0" bIns="0" rtlCol="0" anchor="t"/>
          <a:lstStyle/>
          <a:p>
            <a:pPr marL="0" indent="0" algn="ctr">
              <a:lnSpc>
                <a:spcPts val="6000"/>
              </a:lnSpc>
              <a:buNone/>
            </a:pPr>
            <a:r>
              <a:rPr lang="en-US" sz="6000" kern="0" spc="-112" dirty="0">
                <a:solidFill>
                  <a:srgbClr val="06041F"/>
                </a:solidFill>
                <a:latin typeface="Equip Extended Medium" pitchFamily="34" charset="0"/>
                <a:ea typeface="Equip Extended Medium" pitchFamily="34" charset="-122"/>
                <a:cs typeface="Equip Extended Medium" pitchFamily="34" charset="-120"/>
              </a:rPr>
              <a:t>Name Surname</a:t>
            </a:r>
            <a:endParaRPr lang="en-US" sz="6000" dirty="0"/>
          </a:p>
        </p:txBody>
      </p:sp>
      <p:sp>
        <p:nvSpPr>
          <p:cNvPr id="10" name="member-role"/>
          <p:cNvSpPr/>
          <p:nvPr/>
        </p:nvSpPr>
        <p:spPr>
          <a:xfrm>
            <a:off x="795886" y="3190875"/>
            <a:ext cx="192405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Product Designer</a:t>
            </a:r>
            <a:endParaRPr lang="en-US" sz="1800" dirty="0"/>
          </a:p>
        </p:txBody>
      </p:sp>
      <p:sp>
        <p:nvSpPr>
          <p:cNvPr id="11" name="member-bio-intro"/>
          <p:cNvSpPr/>
          <p:nvPr/>
        </p:nvSpPr>
        <p:spPr>
          <a:xfrm>
            <a:off x="795886" y="3952875"/>
            <a:ext cx="8477250" cy="895350"/>
          </a:xfrm>
          <a:prstGeom prst="rect">
            <a:avLst/>
          </a:prstGeom>
          <a:noFill/>
          <a:ln/>
        </p:spPr>
        <p:txBody>
          <a:bodyPr wrap="square" lIns="0" tIns="0" rIns="0" bIns="0" rtlCol="0" anchor="t"/>
          <a:lstStyle/>
          <a:p>
            <a:pPr marL="0" indent="0" algn="l">
              <a:lnSpc>
                <a:spcPts val="3375"/>
              </a:lnSpc>
              <a:buNone/>
            </a:pPr>
            <a:r>
              <a:rPr lang="en-US" sz="2700" kern="0" spc="-75" dirty="0">
                <a:solidFill>
                  <a:srgbClr val="06041F"/>
                </a:solidFill>
                <a:latin typeface="Equip Regular" pitchFamily="34" charset="0"/>
                <a:ea typeface="Equip Regular" pitchFamily="34" charset="-122"/>
                <a:cs typeface="Equip Regular" pitchFamily="34" charset="-120"/>
              </a:rPr>
              <a:t>Lorem ipsum dolor sit amet, consectetur adipiscing elit. Etiam eget  ligula eu lectus lobortis condimentum.</a:t>
            </a:r>
            <a:endParaRPr lang="en-US" sz="2700" dirty="0"/>
          </a:p>
        </p:txBody>
      </p:sp>
      <p:sp>
        <p:nvSpPr>
          <p:cNvPr id="12" name="Lorem ipsum dolor sit amet consectetur adipiscing elit Etiam eget ligula eu lectus lobortis condimentum Aliquam nonummy auctor massa Pellentesque habitant morbi tristique senectus et netus et malesuada fames ac turpis egestas Nulla at risus Quisque purus"/>
          <p:cNvSpPr/>
          <p:nvPr/>
        </p:nvSpPr>
        <p:spPr>
          <a:xfrm>
            <a:off x="795886" y="5305425"/>
            <a:ext cx="8477250" cy="1752600"/>
          </a:xfrm>
          <a:prstGeom prst="rect">
            <a:avLst/>
          </a:prstGeom>
          <a:noFill/>
          <a:ln/>
        </p:spPr>
        <p:txBody>
          <a:bodyPr wrap="square" lIns="0" tIns="0" rIns="0" bIns="0" rtlCol="0" anchor="t"/>
          <a:lstStyle/>
          <a:p>
            <a:pPr marL="0" indent="0" algn="l">
              <a:lnSpc>
                <a:spcPts val="1500"/>
              </a:lnSpc>
              <a:spcAft>
                <a:spcPts val="1200"/>
              </a:spcAft>
              <a:buNone/>
            </a:pPr>
            <a:r>
              <a:rPr lang="en-US" sz="1200" dirty="0">
                <a:solidFill>
                  <a:srgbClr val="4E5E78"/>
                </a:solidFill>
                <a:latin typeface="Equip Regular" pitchFamily="34" charset="0"/>
                <a:ea typeface="Equip Regular" pitchFamily="34" charset="-122"/>
                <a:cs typeface="Equip Regular" pitchFamily="34" charset="-120"/>
              </a:rPr>
              <a:t>Lorem ipsum dolor sit amet, consectetur adipiscing elit. Etiam eget  ligula eu lectus lobortis condimentum. Aliquam nonummy auctor massa.  Pellentesque habitant morbi tristique senectus et netus et malesuada  fames ac turpis egestas. Nulla at risus. Quisque purus magna, auctor et, sagittis ac, posuere eu, lectus.
Lorem ipsum dolor sit amet, consectetur adipiscing elit. Etiam eget  ligula eu lectus lobortis condimentum. Aliquam nonummy auctor massa.  Pellentesque habitant morbi tristique senectus et netus et malesuada  fames ac turpis egestas. Nulla at risus. Quisque purus magna, auctor et, sagittis ac, posuere eu, lectus. Aliquam nonummy auctor massa.  Pellentesque habitant morbi tristique senectus et netus et malesuada  fames ac turpis egestas. Nulla at risus. Quisque purus magna, auctor et, sagittis ac, posuere eu, lectus.</a:t>
            </a:r>
            <a:endParaRPr lang="en-US" sz="1200" dirty="0"/>
          </a:p>
        </p:txBody>
      </p:sp>
      <p:sp>
        <p:nvSpPr>
          <p:cNvPr id="13" name="name_00"/>
          <p:cNvSpPr/>
          <p:nvPr/>
        </p:nvSpPr>
        <p:spPr>
          <a:xfrm>
            <a:off x="795886" y="7477125"/>
            <a:ext cx="1209675" cy="762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6041F"/>
                </a:solidFill>
                <a:latin typeface="Equip Extended Regular" pitchFamily="34" charset="0"/>
                <a:ea typeface="Equip Extended Regular" pitchFamily="34" charset="-122"/>
                <a:cs typeface="Equip Extended Regular" pitchFamily="34" charset="-120"/>
              </a:rPr>
              <a:t>00+</a:t>
            </a:r>
            <a:endParaRPr lang="en-US" sz="4800" dirty="0"/>
          </a:p>
        </p:txBody>
      </p:sp>
      <p:sp>
        <p:nvSpPr>
          <p:cNvPr id="14" name="Chapter"/>
          <p:cNvSpPr/>
          <p:nvPr/>
        </p:nvSpPr>
        <p:spPr>
          <a:xfrm>
            <a:off x="795886" y="8382000"/>
            <a:ext cx="8858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06041F"/>
                </a:solidFill>
                <a:latin typeface="Equip Extended Regular" pitchFamily="34" charset="0"/>
                <a:ea typeface="Equip Extended Regular" pitchFamily="34" charset="-122"/>
                <a:cs typeface="Equip Extended Regular" pitchFamily="34" charset="-120"/>
              </a:rPr>
              <a:t>Key output</a:t>
            </a:r>
            <a:endParaRPr lang="en-US" sz="1200" dirty="0"/>
          </a:p>
        </p:txBody>
      </p:sp>
      <p:sp>
        <p:nvSpPr>
          <p:cNvPr id="15" name="name_00"/>
          <p:cNvSpPr/>
          <p:nvPr/>
        </p:nvSpPr>
        <p:spPr>
          <a:xfrm>
            <a:off x="3620387" y="7477125"/>
            <a:ext cx="1209675" cy="762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6041F"/>
                </a:solidFill>
                <a:latin typeface="Equip Extended Regular" pitchFamily="34" charset="0"/>
                <a:ea typeface="Equip Extended Regular" pitchFamily="34" charset="-122"/>
                <a:cs typeface="Equip Extended Regular" pitchFamily="34" charset="-120"/>
              </a:rPr>
              <a:t>00+</a:t>
            </a:r>
            <a:endParaRPr lang="en-US" sz="4800" dirty="0"/>
          </a:p>
        </p:txBody>
      </p:sp>
      <p:sp>
        <p:nvSpPr>
          <p:cNvPr id="16" name="Chapter"/>
          <p:cNvSpPr/>
          <p:nvPr/>
        </p:nvSpPr>
        <p:spPr>
          <a:xfrm>
            <a:off x="3635690" y="8382000"/>
            <a:ext cx="8858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06041F"/>
                </a:solidFill>
                <a:latin typeface="Equip Extended Regular" pitchFamily="34" charset="0"/>
                <a:ea typeface="Equip Extended Regular" pitchFamily="34" charset="-122"/>
                <a:cs typeface="Equip Extended Regular" pitchFamily="34" charset="-120"/>
              </a:rPr>
              <a:t>Key output</a:t>
            </a:r>
            <a:endParaRPr lang="en-US" sz="1200" dirty="0"/>
          </a:p>
        </p:txBody>
      </p:sp>
      <p:sp>
        <p:nvSpPr>
          <p:cNvPr id="17" name="name_00"/>
          <p:cNvSpPr/>
          <p:nvPr/>
        </p:nvSpPr>
        <p:spPr>
          <a:xfrm>
            <a:off x="6444888" y="7477125"/>
            <a:ext cx="1209675" cy="762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6041F"/>
                </a:solidFill>
                <a:latin typeface="Equip Extended Regular" pitchFamily="34" charset="0"/>
                <a:ea typeface="Equip Extended Regular" pitchFamily="34" charset="-122"/>
                <a:cs typeface="Equip Extended Regular" pitchFamily="34" charset="-120"/>
              </a:rPr>
              <a:t>00+</a:t>
            </a:r>
            <a:endParaRPr lang="en-US" sz="4800" dirty="0"/>
          </a:p>
        </p:txBody>
      </p:sp>
      <p:sp>
        <p:nvSpPr>
          <p:cNvPr id="18" name="Chapter"/>
          <p:cNvSpPr/>
          <p:nvPr/>
        </p:nvSpPr>
        <p:spPr>
          <a:xfrm>
            <a:off x="6444888" y="8382000"/>
            <a:ext cx="8858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06041F"/>
                </a:solidFill>
                <a:latin typeface="Equip Extended Regular" pitchFamily="34" charset="0"/>
                <a:ea typeface="Equip Extended Regular" pitchFamily="34" charset="-122"/>
                <a:cs typeface="Equip Extended Regular" pitchFamily="34" charset="-120"/>
              </a:rPr>
              <a:t>Key output</a:t>
            </a:r>
            <a:endParaRPr lang="en-US" sz="1200" dirty="0"/>
          </a:p>
        </p:txBody>
      </p:sp>
      <p:sp>
        <p:nvSpPr>
          <p:cNvPr id="2" name="Digital Design Strategy">
            <a:extLst>
              <a:ext uri="{FF2B5EF4-FFF2-40B4-BE49-F238E27FC236}">
                <a16:creationId xmlns:a16="http://schemas.microsoft.com/office/drawing/2014/main" id="{E57E907A-7E5C-44FC-FA78-7A3196CCBB1A}"/>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5" name="Project Name">
            <a:extLst>
              <a:ext uri="{FF2B5EF4-FFF2-40B4-BE49-F238E27FC236}">
                <a16:creationId xmlns:a16="http://schemas.microsoft.com/office/drawing/2014/main" id="{1A0849E3-C51E-F118-20EC-FF34273DF59A}"/>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pic>
        <p:nvPicPr>
          <p:cNvPr id="8" name="Graphic 7">
            <a:extLst>
              <a:ext uri="{FF2B5EF4-FFF2-40B4-BE49-F238E27FC236}">
                <a16:creationId xmlns:a16="http://schemas.microsoft.com/office/drawing/2014/main" id="{5FBAF195-7716-34C9-D47D-48CB7CD527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2730" y="101077"/>
            <a:ext cx="2198820" cy="1649115"/>
          </a:xfrm>
          <a:prstGeom prst="rect">
            <a:avLst/>
          </a:prstGeom>
        </p:spPr>
      </p:pic>
      <p:cxnSp>
        <p:nvCxnSpPr>
          <p:cNvPr id="27" name="Straight Connector 26">
            <a:extLst>
              <a:ext uri="{FF2B5EF4-FFF2-40B4-BE49-F238E27FC236}">
                <a16:creationId xmlns:a16="http://schemas.microsoft.com/office/drawing/2014/main" id="{68791C9F-42BE-153E-B5B3-FED2CD6A0605}"/>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996A04F-187E-0F41-5F49-4DAFE655330E}"/>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Main Section" descr="preencoded.png"/>
          <p:cNvPicPr>
            <a:picLocks noChangeAspect="1"/>
          </p:cNvPicPr>
          <p:nvPr/>
        </p:nvPicPr>
        <p:blipFill>
          <a:blip r:embed="rId2"/>
          <a:srcRect/>
          <a:stretch/>
        </p:blipFill>
        <p:spPr>
          <a:xfrm>
            <a:off x="800099" y="2107843"/>
            <a:ext cx="11849100" cy="7743825"/>
          </a:xfrm>
          <a:prstGeom prst="rect">
            <a:avLst/>
          </a:prstGeom>
        </p:spPr>
      </p:pic>
      <p:pic>
        <p:nvPicPr>
          <p:cNvPr id="4" name="CV Photo" descr="preencoded.png"/>
          <p:cNvPicPr>
            <a:picLocks noChangeAspect="1"/>
          </p:cNvPicPr>
          <p:nvPr/>
        </p:nvPicPr>
        <p:blipFill>
          <a:blip r:embed="rId3"/>
          <a:srcRect/>
          <a:stretch/>
        </p:blipFill>
        <p:spPr>
          <a:xfrm>
            <a:off x="12639675" y="1790700"/>
            <a:ext cx="4848226" cy="7745686"/>
          </a:xfrm>
          <a:prstGeom prst="rect">
            <a:avLst/>
          </a:prstGeom>
        </p:spPr>
      </p:pic>
      <p:sp>
        <p:nvSpPr>
          <p:cNvPr id="8" name="member-name"/>
          <p:cNvSpPr/>
          <p:nvPr/>
        </p:nvSpPr>
        <p:spPr>
          <a:xfrm>
            <a:off x="790575" y="1790700"/>
            <a:ext cx="8210550" cy="942975"/>
          </a:xfrm>
          <a:prstGeom prst="rect">
            <a:avLst/>
          </a:prstGeom>
          <a:noFill/>
          <a:ln/>
        </p:spPr>
        <p:txBody>
          <a:bodyPr wrap="square" lIns="0" tIns="0" rIns="0" bIns="0" rtlCol="0" anchor="t"/>
          <a:lstStyle/>
          <a:p>
            <a:pPr marL="0" indent="0" algn="l">
              <a:lnSpc>
                <a:spcPct val="91667"/>
              </a:lnSpc>
              <a:buNone/>
            </a:pPr>
            <a:r>
              <a:rPr lang="en-US" sz="6750" dirty="0">
                <a:solidFill>
                  <a:srgbClr val="06041F"/>
                </a:solidFill>
                <a:latin typeface="Equip Extended Medium" pitchFamily="34" charset="0"/>
                <a:ea typeface="Equip Extended Medium" pitchFamily="34" charset="-122"/>
                <a:cs typeface="Equip Extended Medium" pitchFamily="34" charset="-120"/>
              </a:rPr>
              <a:t>Name Surname</a:t>
            </a:r>
            <a:endParaRPr lang="en-US" sz="6750" dirty="0"/>
          </a:p>
        </p:txBody>
      </p:sp>
      <p:sp>
        <p:nvSpPr>
          <p:cNvPr id="9" name="member-role"/>
          <p:cNvSpPr/>
          <p:nvPr/>
        </p:nvSpPr>
        <p:spPr>
          <a:xfrm>
            <a:off x="790575" y="2886075"/>
            <a:ext cx="8210550" cy="457200"/>
          </a:xfrm>
          <a:prstGeom prst="rect">
            <a:avLst/>
          </a:prstGeom>
          <a:noFill/>
          <a:ln/>
        </p:spPr>
        <p:txBody>
          <a:bodyPr wrap="square" lIns="0" tIns="0" rIns="0" bIns="0" rtlCol="0" anchor="t"/>
          <a:lstStyle/>
          <a:p>
            <a:pPr marL="0" indent="0" algn="l">
              <a:lnSpc>
                <a:spcPct val="100000"/>
              </a:lnSpc>
              <a:buNone/>
            </a:pPr>
            <a:r>
              <a:rPr lang="en-US" sz="3000" dirty="0">
                <a:solidFill>
                  <a:srgbClr val="06041F"/>
                </a:solidFill>
                <a:latin typeface="Equip Regular" pitchFamily="34" charset="0"/>
                <a:ea typeface="Equip Regular" pitchFamily="34" charset="-122"/>
                <a:cs typeface="Equip Regular" pitchFamily="34" charset="-120"/>
              </a:rPr>
              <a:t>Role / Position</a:t>
            </a:r>
            <a:endParaRPr lang="en-US" sz="3000" dirty="0"/>
          </a:p>
        </p:txBody>
      </p:sp>
      <p:sp>
        <p:nvSpPr>
          <p:cNvPr id="10" name="Subtitle"/>
          <p:cNvSpPr/>
          <p:nvPr/>
        </p:nvSpPr>
        <p:spPr>
          <a:xfrm>
            <a:off x="790575" y="3724275"/>
            <a:ext cx="647700" cy="228600"/>
          </a:xfrm>
          <a:prstGeom prst="rect">
            <a:avLst/>
          </a:prstGeom>
          <a:noFill/>
          <a:ln/>
        </p:spPr>
        <p:txBody>
          <a:bodyPr wrap="square" lIns="0" tIns="0" rIns="0" bIns="0" rtlCol="0" anchor="t"/>
          <a:lstStyle/>
          <a:p>
            <a:pPr marL="0" indent="0" algn="l">
              <a:lnSpc>
                <a:spcPct val="100000"/>
              </a:lnSpc>
              <a:buNone/>
            </a:pPr>
            <a:r>
              <a:rPr lang="en-US" sz="1500" dirty="0">
                <a:solidFill>
                  <a:srgbClr val="06041F"/>
                </a:solidFill>
                <a:latin typeface="Equip Extended Medium" pitchFamily="34" charset="0"/>
                <a:ea typeface="Equip Extended Medium" pitchFamily="34" charset="-122"/>
                <a:cs typeface="Equip Extended Medium" pitchFamily="34" charset="-120"/>
              </a:rPr>
              <a:t>About</a:t>
            </a:r>
            <a:endParaRPr lang="en-US" sz="1500" dirty="0"/>
          </a:p>
        </p:txBody>
      </p:sp>
      <p:sp>
        <p:nvSpPr>
          <p:cNvPr id="11" name="Lorem ipsum dolor sit amet consectetur adipiscing elit Etiam eget ligula eu lectus lobortis condimentum Aliquam nonummy auctor massa Pellentesque habitant morbi tristique senectus et netus et malesuada fames ac turpis egestas Nulla at risus Quisque purus"/>
          <p:cNvSpPr/>
          <p:nvPr/>
        </p:nvSpPr>
        <p:spPr>
          <a:xfrm>
            <a:off x="790575" y="4105275"/>
            <a:ext cx="8210550" cy="3095625"/>
          </a:xfrm>
          <a:prstGeom prst="rect">
            <a:avLst/>
          </a:prstGeom>
          <a:noFill/>
          <a:ln/>
        </p:spPr>
        <p:txBody>
          <a:bodyPr wrap="square" lIns="0" tIns="0" rIns="0" bIns="0" rtlCol="0" anchor="t"/>
          <a:lstStyle/>
          <a:p>
            <a:pPr marL="0" indent="0" algn="l">
              <a:lnSpc>
                <a:spcPct val="116667"/>
              </a:lnSpc>
              <a:spcAft>
                <a:spcPts val="750"/>
              </a:spcAft>
              <a:buNone/>
            </a:pPr>
            <a:r>
              <a:rPr lang="en-US" sz="1350" dirty="0">
                <a:solidFill>
                  <a:srgbClr val="4E5E78"/>
                </a:solidFill>
                <a:latin typeface="Equip Regular" pitchFamily="34" charset="0"/>
                <a:ea typeface="Equip Regular" pitchFamily="34" charset="-122"/>
                <a:cs typeface="Equip Regular" pitchFamily="34" charset="-120"/>
              </a:rPr>
              <a:t>Lorem ipsum dolor sit amet, consectetur adipiscing elit.  Etiam eget ligula eu lectus lobortis condimentum. Aliquam nonummy auctor massa. Pellentesque habitant morbi tristique senectus et netus et  malesuada fames ac turpis egestas. Nulla at risus. Quisque purus magna,  auctor et, sagittis ac, posuere eu, lectus. Nam mattis, felis ut  adipiscing.Lorem ipsum dolor sit amet, consectetur adipiscing elit.  Etiam eget ligula eu lectus lobortis condimentum. Aliquam nonummy auctor massa. Pellentesque habitant morbi tristique senectus et netus et  malesuada fames ac turpis egestas.Lorem ipsum dolor sit amet, consectetur adipiscing elit.  Etiam eget ligula eu lectus lobortis condimentum. Aliquam nonummy auctor massa. Pellentesque habitant morbi tristique senectus et netus et  malesuada fames ac turpis. Quisque purus magna,  auctor et, sagittis ac, posuere eu, lectus. Nam mattis, felis ut  adipiscing.Lorem ipsum dolor sit amet, consectetur adipiscing elit.  Etiam eget ligula eu lectus lobortis condimentum. Aliquam nonummy auctor massa. Pellentesque habitant morbi tristique senectus et netus et  malesuada fames ac turpis egestas.Lorem ipsum dolor sit amet, consectetur adipiscing elit.  Etiam eget ligula eu lectus lobortis condimentum. Aliquam nonummy auctor massa. Pellentesque habitant morbi tristique senectus et netus et  malesuada fames ac turpis </a:t>
            </a:r>
            <a:endParaRPr lang="en-US" sz="1350" dirty="0"/>
          </a:p>
        </p:txBody>
      </p:sp>
      <p:sp>
        <p:nvSpPr>
          <p:cNvPr id="12" name="name_00"/>
          <p:cNvSpPr/>
          <p:nvPr/>
        </p:nvSpPr>
        <p:spPr>
          <a:xfrm>
            <a:off x="790575" y="7975737"/>
            <a:ext cx="1238250" cy="552450"/>
          </a:xfrm>
          <a:prstGeom prst="rect">
            <a:avLst/>
          </a:prstGeom>
          <a:noFill/>
          <a:ln/>
        </p:spPr>
        <p:txBody>
          <a:bodyPr wrap="square" lIns="0" tIns="0" rIns="0" bIns="0" rtlCol="0" anchor="t"/>
          <a:lstStyle/>
          <a:p>
            <a:pPr marL="0" indent="0" algn="l">
              <a:lnSpc>
                <a:spcPct val="75000"/>
              </a:lnSpc>
              <a:buNone/>
            </a:pPr>
            <a:r>
              <a:rPr lang="en-US" sz="4800" dirty="0">
                <a:solidFill>
                  <a:srgbClr val="06041F"/>
                </a:solidFill>
                <a:latin typeface="Equip Extended Regular" pitchFamily="34" charset="0"/>
                <a:ea typeface="Equip Extended Regular" pitchFamily="34" charset="-122"/>
                <a:cs typeface="Equip Extended Regular" pitchFamily="34" charset="-120"/>
              </a:rPr>
              <a:t>00+</a:t>
            </a:r>
            <a:endParaRPr lang="en-US" sz="4800" dirty="0"/>
          </a:p>
        </p:txBody>
      </p:sp>
      <p:sp>
        <p:nvSpPr>
          <p:cNvPr id="13" name="Chapter"/>
          <p:cNvSpPr/>
          <p:nvPr/>
        </p:nvSpPr>
        <p:spPr>
          <a:xfrm>
            <a:off x="790575" y="8671062"/>
            <a:ext cx="781050" cy="123825"/>
          </a:xfrm>
          <a:prstGeom prst="rect">
            <a:avLst/>
          </a:prstGeom>
          <a:noFill/>
          <a:ln/>
        </p:spPr>
        <p:txBody>
          <a:bodyPr wrap="square" lIns="0" tIns="0" rIns="0" bIns="0" rtlCol="0" anchor="t"/>
          <a:lstStyle/>
          <a:p>
            <a:pPr marL="0" indent="0" algn="l">
              <a:lnSpc>
                <a:spcPct val="75000"/>
              </a:lnSpc>
              <a:buNone/>
            </a:pPr>
            <a:r>
              <a:rPr lang="en-US" sz="1050" kern="0" spc="-75" dirty="0">
                <a:solidFill>
                  <a:srgbClr val="06041F"/>
                </a:solidFill>
                <a:latin typeface="Equip Extended Medium" pitchFamily="34" charset="0"/>
                <a:ea typeface="Equip Extended Medium" pitchFamily="34" charset="-122"/>
                <a:cs typeface="Equip Extended Medium" pitchFamily="34" charset="-120"/>
              </a:rPr>
              <a:t>Key output</a:t>
            </a:r>
            <a:endParaRPr lang="en-US" sz="1050" dirty="0"/>
          </a:p>
        </p:txBody>
      </p:sp>
      <p:sp>
        <p:nvSpPr>
          <p:cNvPr id="14" name="Lorem ipsum dolor sit amet consectetur adipiscing elit"/>
          <p:cNvSpPr/>
          <p:nvPr/>
        </p:nvSpPr>
        <p:spPr>
          <a:xfrm>
            <a:off x="790575" y="8937762"/>
            <a:ext cx="2324100" cy="342900"/>
          </a:xfrm>
          <a:prstGeom prst="rect">
            <a:avLst/>
          </a:prstGeom>
          <a:noFill/>
          <a:ln/>
        </p:spPr>
        <p:txBody>
          <a:bodyPr wrap="square" lIns="0" tIns="0" rIns="0" bIns="0" rtlCol="0" anchor="t"/>
          <a:lstStyle/>
          <a:p>
            <a:pPr marL="0" indent="0" algn="l">
              <a:lnSpc>
                <a:spcPct val="116667"/>
              </a:lnSpc>
              <a:buNone/>
            </a:pPr>
            <a:r>
              <a:rPr lang="en-US" sz="975" dirty="0">
                <a:solidFill>
                  <a:srgbClr val="4E5E78"/>
                </a:solidFill>
                <a:latin typeface="Equip Regular" pitchFamily="34" charset="0"/>
                <a:ea typeface="Equip Regular" pitchFamily="34" charset="-122"/>
                <a:cs typeface="Equip Regular" pitchFamily="34" charset="-120"/>
              </a:rPr>
              <a:t>Lorem ipsum dolor sit amet, consectetur adipiscing elit. </a:t>
            </a:r>
            <a:endParaRPr lang="en-US" sz="975" dirty="0"/>
          </a:p>
        </p:txBody>
      </p:sp>
      <p:sp>
        <p:nvSpPr>
          <p:cNvPr id="15" name="name_00"/>
          <p:cNvSpPr/>
          <p:nvPr/>
        </p:nvSpPr>
        <p:spPr>
          <a:xfrm>
            <a:off x="3775063" y="7975737"/>
            <a:ext cx="1238250" cy="552450"/>
          </a:xfrm>
          <a:prstGeom prst="rect">
            <a:avLst/>
          </a:prstGeom>
          <a:noFill/>
          <a:ln/>
        </p:spPr>
        <p:txBody>
          <a:bodyPr wrap="square" lIns="0" tIns="0" rIns="0" bIns="0" rtlCol="0" anchor="t"/>
          <a:lstStyle/>
          <a:p>
            <a:pPr marL="0" indent="0" algn="l">
              <a:lnSpc>
                <a:spcPct val="75000"/>
              </a:lnSpc>
              <a:buNone/>
            </a:pPr>
            <a:r>
              <a:rPr lang="en-US" sz="4800" dirty="0">
                <a:solidFill>
                  <a:srgbClr val="06041F"/>
                </a:solidFill>
                <a:latin typeface="Equip Extended Regular" pitchFamily="34" charset="0"/>
                <a:ea typeface="Equip Extended Regular" pitchFamily="34" charset="-122"/>
                <a:cs typeface="Equip Extended Regular" pitchFamily="34" charset="-120"/>
              </a:rPr>
              <a:t>00+</a:t>
            </a:r>
            <a:endParaRPr lang="en-US" sz="4800" dirty="0"/>
          </a:p>
        </p:txBody>
      </p:sp>
      <p:sp>
        <p:nvSpPr>
          <p:cNvPr id="16" name="Chapter"/>
          <p:cNvSpPr/>
          <p:nvPr/>
        </p:nvSpPr>
        <p:spPr>
          <a:xfrm>
            <a:off x="3775063" y="8671062"/>
            <a:ext cx="781050" cy="123825"/>
          </a:xfrm>
          <a:prstGeom prst="rect">
            <a:avLst/>
          </a:prstGeom>
          <a:noFill/>
          <a:ln/>
        </p:spPr>
        <p:txBody>
          <a:bodyPr wrap="square" lIns="0" tIns="0" rIns="0" bIns="0" rtlCol="0" anchor="t"/>
          <a:lstStyle/>
          <a:p>
            <a:pPr marL="0" indent="0" algn="l">
              <a:lnSpc>
                <a:spcPct val="75000"/>
              </a:lnSpc>
              <a:buNone/>
            </a:pPr>
            <a:r>
              <a:rPr lang="en-US" sz="1050" kern="0" spc="-75" dirty="0">
                <a:solidFill>
                  <a:srgbClr val="06041F"/>
                </a:solidFill>
                <a:latin typeface="Equip Extended Medium" pitchFamily="34" charset="0"/>
                <a:ea typeface="Equip Extended Medium" pitchFamily="34" charset="-122"/>
                <a:cs typeface="Equip Extended Medium" pitchFamily="34" charset="-120"/>
              </a:rPr>
              <a:t>Key output</a:t>
            </a:r>
            <a:endParaRPr lang="en-US" sz="1050" dirty="0"/>
          </a:p>
        </p:txBody>
      </p:sp>
      <p:sp>
        <p:nvSpPr>
          <p:cNvPr id="17" name="Lorem ipsum dolor sit amet consectetur adipiscing elit"/>
          <p:cNvSpPr/>
          <p:nvPr/>
        </p:nvSpPr>
        <p:spPr>
          <a:xfrm>
            <a:off x="3775063" y="8937762"/>
            <a:ext cx="2324100" cy="342900"/>
          </a:xfrm>
          <a:prstGeom prst="rect">
            <a:avLst/>
          </a:prstGeom>
          <a:noFill/>
          <a:ln/>
        </p:spPr>
        <p:txBody>
          <a:bodyPr wrap="square" lIns="0" tIns="0" rIns="0" bIns="0" rtlCol="0" anchor="t"/>
          <a:lstStyle/>
          <a:p>
            <a:pPr marL="0" indent="0" algn="l">
              <a:lnSpc>
                <a:spcPct val="116667"/>
              </a:lnSpc>
              <a:buNone/>
            </a:pPr>
            <a:r>
              <a:rPr lang="en-US" sz="975" dirty="0">
                <a:solidFill>
                  <a:srgbClr val="4E5E78"/>
                </a:solidFill>
                <a:latin typeface="Equip Regular" pitchFamily="34" charset="0"/>
                <a:ea typeface="Equip Regular" pitchFamily="34" charset="-122"/>
                <a:cs typeface="Equip Regular" pitchFamily="34" charset="-120"/>
              </a:rPr>
              <a:t>Lorem ipsum dolor sit amet, consectetur adipiscing elit. </a:t>
            </a:r>
            <a:endParaRPr lang="en-US" sz="975" dirty="0"/>
          </a:p>
        </p:txBody>
      </p:sp>
      <p:sp>
        <p:nvSpPr>
          <p:cNvPr id="18" name="name_00"/>
          <p:cNvSpPr/>
          <p:nvPr/>
        </p:nvSpPr>
        <p:spPr>
          <a:xfrm>
            <a:off x="6759587" y="7975737"/>
            <a:ext cx="1238250" cy="552450"/>
          </a:xfrm>
          <a:prstGeom prst="rect">
            <a:avLst/>
          </a:prstGeom>
          <a:noFill/>
          <a:ln/>
        </p:spPr>
        <p:txBody>
          <a:bodyPr wrap="square" lIns="0" tIns="0" rIns="0" bIns="0" rtlCol="0" anchor="t"/>
          <a:lstStyle/>
          <a:p>
            <a:pPr marL="0" indent="0" algn="l">
              <a:lnSpc>
                <a:spcPct val="75000"/>
              </a:lnSpc>
              <a:buNone/>
            </a:pPr>
            <a:r>
              <a:rPr lang="en-US" sz="4800" dirty="0">
                <a:solidFill>
                  <a:srgbClr val="06041F"/>
                </a:solidFill>
                <a:latin typeface="Equip Extended Regular" pitchFamily="34" charset="0"/>
                <a:ea typeface="Equip Extended Regular" pitchFamily="34" charset="-122"/>
                <a:cs typeface="Equip Extended Regular" pitchFamily="34" charset="-120"/>
              </a:rPr>
              <a:t>00+</a:t>
            </a:r>
            <a:endParaRPr lang="en-US" sz="4800" dirty="0"/>
          </a:p>
        </p:txBody>
      </p:sp>
      <p:sp>
        <p:nvSpPr>
          <p:cNvPr id="19" name="Chapter"/>
          <p:cNvSpPr/>
          <p:nvPr/>
        </p:nvSpPr>
        <p:spPr>
          <a:xfrm>
            <a:off x="6759587" y="8671062"/>
            <a:ext cx="781050" cy="123825"/>
          </a:xfrm>
          <a:prstGeom prst="rect">
            <a:avLst/>
          </a:prstGeom>
          <a:noFill/>
          <a:ln/>
        </p:spPr>
        <p:txBody>
          <a:bodyPr wrap="square" lIns="0" tIns="0" rIns="0" bIns="0" rtlCol="0" anchor="t"/>
          <a:lstStyle/>
          <a:p>
            <a:pPr marL="0" indent="0" algn="l">
              <a:lnSpc>
                <a:spcPct val="75000"/>
              </a:lnSpc>
              <a:buNone/>
            </a:pPr>
            <a:r>
              <a:rPr lang="en-US" sz="1050" kern="0" spc="-75" dirty="0">
                <a:solidFill>
                  <a:srgbClr val="06041F"/>
                </a:solidFill>
                <a:latin typeface="Equip Extended Medium" pitchFamily="34" charset="0"/>
                <a:ea typeface="Equip Extended Medium" pitchFamily="34" charset="-122"/>
                <a:cs typeface="Equip Extended Medium" pitchFamily="34" charset="-120"/>
              </a:rPr>
              <a:t>Key output</a:t>
            </a:r>
            <a:endParaRPr lang="en-US" sz="1050" dirty="0"/>
          </a:p>
        </p:txBody>
      </p:sp>
      <p:sp>
        <p:nvSpPr>
          <p:cNvPr id="20" name="Lorem ipsum dolor sit amet consectetur adipiscing elit"/>
          <p:cNvSpPr/>
          <p:nvPr/>
        </p:nvSpPr>
        <p:spPr>
          <a:xfrm>
            <a:off x="6759587" y="8937762"/>
            <a:ext cx="2324100" cy="342900"/>
          </a:xfrm>
          <a:prstGeom prst="rect">
            <a:avLst/>
          </a:prstGeom>
          <a:noFill/>
          <a:ln/>
        </p:spPr>
        <p:txBody>
          <a:bodyPr wrap="square" lIns="0" tIns="0" rIns="0" bIns="0" rtlCol="0" anchor="t"/>
          <a:lstStyle/>
          <a:p>
            <a:pPr marL="0" indent="0" algn="l">
              <a:lnSpc>
                <a:spcPct val="116667"/>
              </a:lnSpc>
              <a:buNone/>
            </a:pPr>
            <a:r>
              <a:rPr lang="en-US" sz="975" dirty="0">
                <a:solidFill>
                  <a:srgbClr val="4E5E78"/>
                </a:solidFill>
                <a:latin typeface="Equip Regular" pitchFamily="34" charset="0"/>
                <a:ea typeface="Equip Regular" pitchFamily="34" charset="-122"/>
                <a:cs typeface="Equip Regular" pitchFamily="34" charset="-120"/>
              </a:rPr>
              <a:t>Lorem ipsum dolor sit amet, consectetur adipiscing elit. </a:t>
            </a:r>
            <a:endParaRPr lang="en-US" sz="975" dirty="0"/>
          </a:p>
        </p:txBody>
      </p:sp>
      <p:sp>
        <p:nvSpPr>
          <p:cNvPr id="21" name="Chapter"/>
          <p:cNvSpPr/>
          <p:nvPr/>
        </p:nvSpPr>
        <p:spPr>
          <a:xfrm>
            <a:off x="9744075" y="3724275"/>
            <a:ext cx="3467100" cy="247650"/>
          </a:xfrm>
          <a:prstGeom prst="rect">
            <a:avLst/>
          </a:prstGeom>
          <a:noFill/>
          <a:ln/>
        </p:spPr>
        <p:txBody>
          <a:bodyPr wrap="square" lIns="0" tIns="0" rIns="0" bIns="0" rtlCol="0" anchor="t"/>
          <a:lstStyle/>
          <a:p>
            <a:pPr marL="0" indent="0" algn="l">
              <a:lnSpc>
                <a:spcPct val="108333"/>
              </a:lnSpc>
              <a:buNone/>
            </a:pPr>
            <a:r>
              <a:rPr lang="en-US" sz="1500" dirty="0">
                <a:solidFill>
                  <a:srgbClr val="06041F"/>
                </a:solidFill>
                <a:latin typeface="Equip Extended Medium" pitchFamily="34" charset="0"/>
                <a:ea typeface="Equip Extended Medium" pitchFamily="34" charset="-122"/>
                <a:cs typeface="Equip Extended Medium" pitchFamily="34" charset="-120"/>
              </a:rPr>
              <a:t>Skills</a:t>
            </a:r>
            <a:endParaRPr lang="en-US" sz="1500" dirty="0"/>
          </a:p>
        </p:txBody>
      </p:sp>
      <p:sp>
        <p:nvSpPr>
          <p:cNvPr id="22" name="Skills List"/>
          <p:cNvSpPr/>
          <p:nvPr/>
        </p:nvSpPr>
        <p:spPr>
          <a:xfrm>
            <a:off x="9744075" y="4067175"/>
            <a:ext cx="3467100" cy="209550"/>
          </a:xfrm>
          <a:prstGeom prst="rect">
            <a:avLst/>
          </a:prstGeom>
          <a:noFill/>
          <a:ln/>
        </p:spPr>
        <p:txBody>
          <a:bodyPr wrap="square" lIns="0" tIns="0" rIns="0" bIns="0" rtlCol="0" anchor="t"/>
          <a:lstStyle/>
          <a:p>
            <a:pPr marL="0" indent="0" algn="l">
              <a:lnSpc>
                <a:spcPct val="116667"/>
              </a:lnSpc>
              <a:buNone/>
            </a:pPr>
            <a:r>
              <a:rPr lang="en-US" sz="1200" dirty="0">
                <a:solidFill>
                  <a:srgbClr val="4E5E78"/>
                </a:solidFill>
                <a:latin typeface="Equip Regular" pitchFamily="34" charset="0"/>
                <a:ea typeface="Equip Regular" pitchFamily="34" charset="-122"/>
                <a:cs typeface="Equip Regular" pitchFamily="34" charset="-120"/>
              </a:rPr>
              <a:t>Miro, Jira, FigJam, Zeplin</a:t>
            </a:r>
            <a:endParaRPr lang="en-US" sz="1200" dirty="0"/>
          </a:p>
        </p:txBody>
      </p:sp>
      <p:sp>
        <p:nvSpPr>
          <p:cNvPr id="23" name="Chapter"/>
          <p:cNvSpPr/>
          <p:nvPr/>
        </p:nvSpPr>
        <p:spPr>
          <a:xfrm>
            <a:off x="9744075" y="4524375"/>
            <a:ext cx="3467100" cy="247650"/>
          </a:xfrm>
          <a:prstGeom prst="rect">
            <a:avLst/>
          </a:prstGeom>
          <a:noFill/>
          <a:ln/>
        </p:spPr>
        <p:txBody>
          <a:bodyPr wrap="square" lIns="0" tIns="0" rIns="0" bIns="0" rtlCol="0" anchor="t"/>
          <a:lstStyle/>
          <a:p>
            <a:pPr marL="0" indent="0" algn="l">
              <a:lnSpc>
                <a:spcPct val="108333"/>
              </a:lnSpc>
              <a:buNone/>
            </a:pPr>
            <a:r>
              <a:rPr lang="en-US" sz="1500" dirty="0">
                <a:solidFill>
                  <a:srgbClr val="06041F"/>
                </a:solidFill>
                <a:latin typeface="Equip Extended Medium" pitchFamily="34" charset="0"/>
                <a:ea typeface="Equip Extended Medium" pitchFamily="34" charset="-122"/>
                <a:cs typeface="Equip Extended Medium" pitchFamily="34" charset="-120"/>
              </a:rPr>
              <a:t>Software</a:t>
            </a:r>
            <a:endParaRPr lang="en-US" sz="1500" dirty="0"/>
          </a:p>
        </p:txBody>
      </p:sp>
      <p:sp>
        <p:nvSpPr>
          <p:cNvPr id="24" name="Skills List"/>
          <p:cNvSpPr/>
          <p:nvPr/>
        </p:nvSpPr>
        <p:spPr>
          <a:xfrm>
            <a:off x="9744075" y="4886325"/>
            <a:ext cx="3467100" cy="209550"/>
          </a:xfrm>
          <a:prstGeom prst="rect">
            <a:avLst/>
          </a:prstGeom>
          <a:noFill/>
          <a:ln/>
        </p:spPr>
        <p:txBody>
          <a:bodyPr wrap="square" lIns="0" tIns="0" rIns="0" bIns="0" rtlCol="0" anchor="t"/>
          <a:lstStyle/>
          <a:p>
            <a:pPr marL="0" indent="0" algn="l">
              <a:lnSpc>
                <a:spcPct val="116667"/>
              </a:lnSpc>
              <a:buNone/>
            </a:pPr>
            <a:r>
              <a:rPr lang="en-US" sz="1200" dirty="0">
                <a:solidFill>
                  <a:srgbClr val="4E5E78"/>
                </a:solidFill>
                <a:latin typeface="Equip Regular" pitchFamily="34" charset="0"/>
                <a:ea typeface="Equip Regular" pitchFamily="34" charset="-122"/>
                <a:cs typeface="Equip Regular" pitchFamily="34" charset="-120"/>
              </a:rPr>
              <a:t>Figma, Sketch,  Adobe CC Suite</a:t>
            </a:r>
            <a:endParaRPr lang="en-US" sz="1200" dirty="0"/>
          </a:p>
        </p:txBody>
      </p:sp>
      <p:sp>
        <p:nvSpPr>
          <p:cNvPr id="25" name="member-industry-label"/>
          <p:cNvSpPr/>
          <p:nvPr/>
        </p:nvSpPr>
        <p:spPr>
          <a:xfrm>
            <a:off x="9744075" y="5343525"/>
            <a:ext cx="3467100" cy="228600"/>
          </a:xfrm>
          <a:prstGeom prst="rect">
            <a:avLst/>
          </a:prstGeom>
          <a:noFill/>
          <a:ln/>
        </p:spPr>
        <p:txBody>
          <a:bodyPr wrap="square" lIns="0" tIns="0" rIns="0" bIns="0" rtlCol="0" anchor="t"/>
          <a:lstStyle/>
          <a:p>
            <a:pPr marL="0" indent="0" algn="l">
              <a:lnSpc>
                <a:spcPct val="100000"/>
              </a:lnSpc>
              <a:buNone/>
            </a:pPr>
            <a:r>
              <a:rPr lang="en-US" sz="1500" dirty="0">
                <a:solidFill>
                  <a:srgbClr val="06041F"/>
                </a:solidFill>
                <a:latin typeface="Equip Extended Medium" pitchFamily="34" charset="0"/>
                <a:ea typeface="Equip Extended Medium" pitchFamily="34" charset="-122"/>
                <a:cs typeface="Equip Extended Medium" pitchFamily="34" charset="-120"/>
              </a:rPr>
              <a:t>Industry Experience</a:t>
            </a:r>
            <a:endParaRPr lang="en-US" sz="1500" dirty="0"/>
          </a:p>
        </p:txBody>
      </p:sp>
      <p:sp>
        <p:nvSpPr>
          <p:cNvPr id="26" name="Skills List"/>
          <p:cNvSpPr/>
          <p:nvPr/>
        </p:nvSpPr>
        <p:spPr>
          <a:xfrm>
            <a:off x="9744075" y="5724525"/>
            <a:ext cx="3562350" cy="1257300"/>
          </a:xfrm>
          <a:prstGeom prst="rect">
            <a:avLst/>
          </a:prstGeom>
          <a:noFill/>
          <a:ln/>
        </p:spPr>
        <p:txBody>
          <a:bodyPr wrap="square" lIns="0" tIns="0" rIns="0" bIns="0" rtlCol="0" anchor="t"/>
          <a:lstStyle/>
          <a:p>
            <a:pPr marL="152400" indent="-152400" algn="l">
              <a:lnSpc>
                <a:spcPct val="116667"/>
              </a:lnSpc>
              <a:buSzPct val="100000"/>
              <a:buChar char="•"/>
            </a:pPr>
            <a:r>
              <a:rPr lang="en-US" sz="1200" dirty="0">
                <a:solidFill>
                  <a:srgbClr val="4E5E78"/>
                </a:solidFill>
                <a:latin typeface="Equip Regular" pitchFamily="34" charset="0"/>
                <a:ea typeface="Equip Regular" pitchFamily="34" charset="-122"/>
                <a:cs typeface="Equip Regular" pitchFamily="34" charset="-120"/>
              </a:rPr>
              <a:t>Healthcare
Energy
Public Sector
Fintech
Hospitality
AR / MR / VR</a:t>
            </a:r>
            <a:endParaRPr lang="en-US" sz="1200" dirty="0"/>
          </a:p>
        </p:txBody>
      </p:sp>
      <p:pic>
        <p:nvPicPr>
          <p:cNvPr id="31" name="Graphic 30">
            <a:extLst>
              <a:ext uri="{FF2B5EF4-FFF2-40B4-BE49-F238E27FC236}">
                <a16:creationId xmlns:a16="http://schemas.microsoft.com/office/drawing/2014/main" id="{3A27118F-E732-67D1-B83C-7F91DDC7A6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2730" y="101077"/>
            <a:ext cx="2198820" cy="1649115"/>
          </a:xfrm>
          <a:prstGeom prst="rect">
            <a:avLst/>
          </a:prstGeom>
        </p:spPr>
      </p:pic>
      <p:sp>
        <p:nvSpPr>
          <p:cNvPr id="35" name="Name">
            <a:extLst>
              <a:ext uri="{FF2B5EF4-FFF2-40B4-BE49-F238E27FC236}">
                <a16:creationId xmlns:a16="http://schemas.microsoft.com/office/drawing/2014/main" id="{C3180B84-AD83-B202-5A74-BB10BBF0ED1F}"/>
              </a:ext>
            </a:extLst>
          </p:cNvPr>
          <p:cNvSpPr/>
          <p:nvPr/>
        </p:nvSpPr>
        <p:spPr>
          <a:xfrm>
            <a:off x="13706475" y="733425"/>
            <a:ext cx="11906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010716"/>
                </a:solidFill>
                <a:latin typeface="Equip Extended Regular" pitchFamily="34" charset="0"/>
                <a:ea typeface="Equip Extended Regular" pitchFamily="34" charset="-122"/>
                <a:cs typeface="Equip Extended Regular" pitchFamily="34" charset="-120"/>
              </a:rPr>
              <a:t>Product Studio</a:t>
            </a:r>
            <a:endParaRPr lang="en-US" sz="1200" dirty="0"/>
          </a:p>
        </p:txBody>
      </p:sp>
      <p:sp>
        <p:nvSpPr>
          <p:cNvPr id="36" name="Name">
            <a:extLst>
              <a:ext uri="{FF2B5EF4-FFF2-40B4-BE49-F238E27FC236}">
                <a16:creationId xmlns:a16="http://schemas.microsoft.com/office/drawing/2014/main" id="{9F756019-C64C-30E8-B7D4-ACCF3D1842F0}"/>
              </a:ext>
            </a:extLst>
          </p:cNvPr>
          <p:cNvSpPr/>
          <p:nvPr/>
        </p:nvSpPr>
        <p:spPr>
          <a:xfrm>
            <a:off x="15335250" y="733425"/>
            <a:ext cx="151447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010716"/>
                </a:solidFill>
                <a:latin typeface="Equip Extended Regular" pitchFamily="34" charset="0"/>
                <a:ea typeface="Equip Extended Regular" pitchFamily="34" charset="-122"/>
                <a:cs typeface="Equip Extended Regular" pitchFamily="34" charset="-120"/>
              </a:rPr>
              <a:t>Presentation Name</a:t>
            </a:r>
            <a:endParaRPr lang="en-US" sz="1200" dirty="0"/>
          </a:p>
        </p:txBody>
      </p:sp>
      <p:sp>
        <p:nvSpPr>
          <p:cNvPr id="37" name="Name">
            <a:extLst>
              <a:ext uri="{FF2B5EF4-FFF2-40B4-BE49-F238E27FC236}">
                <a16:creationId xmlns:a16="http://schemas.microsoft.com/office/drawing/2014/main" id="{DF362FA0-F4C5-63DE-D038-C8C8F41CAEBC}"/>
              </a:ext>
            </a:extLst>
          </p:cNvPr>
          <p:cNvSpPr/>
          <p:nvPr/>
        </p:nvSpPr>
        <p:spPr>
          <a:xfrm>
            <a:off x="17287875" y="733425"/>
            <a:ext cx="2286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010716"/>
                </a:solidFill>
                <a:latin typeface="Equip Extended Regular" pitchFamily="34" charset="0"/>
                <a:ea typeface="Equip Extended Regular" pitchFamily="34" charset="-122"/>
                <a:cs typeface="Equip Extended Regular" pitchFamily="34" charset="-120"/>
              </a:rPr>
              <a:t>01</a:t>
            </a:r>
            <a:endParaRPr lang="en-US" sz="1200" dirty="0"/>
          </a:p>
        </p:txBody>
      </p:sp>
      <p:cxnSp>
        <p:nvCxnSpPr>
          <p:cNvPr id="38" name="Straight Connector 37">
            <a:extLst>
              <a:ext uri="{FF2B5EF4-FFF2-40B4-BE49-F238E27FC236}">
                <a16:creationId xmlns:a16="http://schemas.microsoft.com/office/drawing/2014/main" id="{1E4D561C-ADA7-575A-B698-FE895ECA38E7}"/>
              </a:ext>
            </a:extLst>
          </p:cNvPr>
          <p:cNvCxnSpPr>
            <a:cxnSpLocks/>
          </p:cNvCxnSpPr>
          <p:nvPr/>
        </p:nvCxnSpPr>
        <p:spPr>
          <a:xfrm>
            <a:off x="790575" y="1327205"/>
            <a:ext cx="16706850" cy="0"/>
          </a:xfrm>
          <a:prstGeom prst="line">
            <a:avLst/>
          </a:prstGeom>
          <a:ln w="9525"/>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16B967D4-A293-E1DB-9EE8-B5961D6E1AA5}"/>
              </a:ext>
            </a:extLst>
          </p:cNvPr>
          <p:cNvCxnSpPr>
            <a:cxnSpLocks/>
          </p:cNvCxnSpPr>
          <p:nvPr/>
        </p:nvCxnSpPr>
        <p:spPr>
          <a:xfrm>
            <a:off x="15108093" y="733425"/>
            <a:ext cx="0" cy="190500"/>
          </a:xfrm>
          <a:prstGeom prst="line">
            <a:avLst/>
          </a:prstGeom>
        </p:spPr>
        <p:style>
          <a:lnRef idx="1">
            <a:schemeClr val="accent3"/>
          </a:lnRef>
          <a:fillRef idx="0">
            <a:schemeClr val="accent3"/>
          </a:fillRef>
          <a:effectRef idx="0">
            <a:schemeClr val="accent3"/>
          </a:effectRef>
          <a:fontRef idx="minor">
            <a:schemeClr val="tx1"/>
          </a:fontRef>
        </p:style>
      </p:cxnSp>
      <p:cxnSp>
        <p:nvCxnSpPr>
          <p:cNvPr id="40" name="Straight Connector 39">
            <a:extLst>
              <a:ext uri="{FF2B5EF4-FFF2-40B4-BE49-F238E27FC236}">
                <a16:creationId xmlns:a16="http://schemas.microsoft.com/office/drawing/2014/main" id="{79A59F29-2F7A-AF0A-FE42-2092FFBE8F38}"/>
              </a:ext>
            </a:extLst>
          </p:cNvPr>
          <p:cNvCxnSpPr>
            <a:cxnSpLocks/>
          </p:cNvCxnSpPr>
          <p:nvPr/>
        </p:nvCxnSpPr>
        <p:spPr>
          <a:xfrm>
            <a:off x="17060718" y="730250"/>
            <a:ext cx="0" cy="190500"/>
          </a:xfrm>
          <a:prstGeom prst="line">
            <a:avLst/>
          </a:prstGeom>
        </p:spPr>
        <p:style>
          <a:lnRef idx="1">
            <a:schemeClr val="accent3"/>
          </a:lnRef>
          <a:fillRef idx="0">
            <a:schemeClr val="accent3"/>
          </a:fillRef>
          <a:effectRef idx="0">
            <a:schemeClr val="accent3"/>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content" descr="preencoded.png"/>
          <p:cNvPicPr>
            <a:picLocks noChangeAspect="1"/>
          </p:cNvPicPr>
          <p:nvPr/>
        </p:nvPicPr>
        <p:blipFill>
          <a:blip r:embed="rId2"/>
          <a:srcRect/>
          <a:stretch/>
        </p:blipFill>
        <p:spPr>
          <a:xfrm>
            <a:off x="781050" y="1323975"/>
            <a:ext cx="16659225" cy="7648575"/>
          </a:xfrm>
          <a:prstGeom prst="rect">
            <a:avLst/>
          </a:prstGeom>
        </p:spPr>
      </p:pic>
      <p:sp>
        <p:nvSpPr>
          <p:cNvPr id="4" name="member-name"/>
          <p:cNvSpPr/>
          <p:nvPr/>
        </p:nvSpPr>
        <p:spPr>
          <a:xfrm>
            <a:off x="790575" y="1323975"/>
            <a:ext cx="16716375" cy="762000"/>
          </a:xfrm>
          <a:prstGeom prst="rect">
            <a:avLst/>
          </a:prstGeom>
          <a:noFill/>
          <a:ln/>
        </p:spPr>
        <p:txBody>
          <a:bodyPr wrap="square" lIns="0" tIns="0" rIns="0" bIns="0" rtlCol="0" anchor="t"/>
          <a:lstStyle/>
          <a:p>
            <a:pPr marL="0" indent="0" algn="l">
              <a:lnSpc>
                <a:spcPts val="6000"/>
              </a:lnSpc>
              <a:buNone/>
            </a:pPr>
            <a:r>
              <a:rPr lang="en-US" sz="4800" b="1" kern="0" spc="-112" dirty="0">
                <a:solidFill>
                  <a:srgbClr val="010716"/>
                </a:solidFill>
                <a:latin typeface="Equip Extended Bold" pitchFamily="34" charset="0"/>
                <a:ea typeface="Equip Extended Bold" pitchFamily="34" charset="-122"/>
                <a:cs typeface="Equip Extended Bold" pitchFamily="34" charset="-120"/>
              </a:rPr>
              <a:t>Name Surname</a:t>
            </a:r>
            <a:endParaRPr lang="en-US" sz="4800" dirty="0"/>
          </a:p>
        </p:txBody>
      </p:sp>
      <p:sp>
        <p:nvSpPr>
          <p:cNvPr id="5" name="member-role"/>
          <p:cNvSpPr/>
          <p:nvPr/>
        </p:nvSpPr>
        <p:spPr>
          <a:xfrm>
            <a:off x="781050" y="2085975"/>
            <a:ext cx="16668750" cy="304800"/>
          </a:xfrm>
          <a:prstGeom prst="rect">
            <a:avLst/>
          </a:prstGeom>
          <a:noFill/>
          <a:ln/>
        </p:spPr>
        <p:txBody>
          <a:bodyPr wrap="square" lIns="0" tIns="0" rIns="0" bIns="0" rtlCol="0" anchor="t"/>
          <a:lstStyle/>
          <a:p>
            <a:pPr marL="0" indent="0" algn="l">
              <a:lnSpc>
                <a:spcPts val="3000"/>
              </a:lnSpc>
              <a:spcAft>
                <a:spcPts val="2100"/>
              </a:spcAft>
              <a:buNone/>
            </a:pPr>
            <a:r>
              <a:rPr lang="en-US" sz="2400" dirty="0">
                <a:solidFill>
                  <a:srgbClr val="8893A5"/>
                </a:solidFill>
                <a:latin typeface="Equip Extended Medium" pitchFamily="34" charset="0"/>
                <a:ea typeface="Equip Extended Medium" pitchFamily="34" charset="-122"/>
                <a:cs typeface="Equip Extended Medium" pitchFamily="34" charset="-120"/>
              </a:rPr>
              <a:t>Role / Position</a:t>
            </a:r>
            <a:endParaRPr lang="en-US" sz="2400" dirty="0"/>
          </a:p>
        </p:txBody>
      </p:sp>
      <p:sp>
        <p:nvSpPr>
          <p:cNvPr id="6" name="At vero eos et accus"/>
          <p:cNvSpPr/>
          <p:nvPr/>
        </p:nvSpPr>
        <p:spPr>
          <a:xfrm>
            <a:off x="781050" y="3228975"/>
            <a:ext cx="8210550" cy="276225"/>
          </a:xfrm>
          <a:prstGeom prst="rect">
            <a:avLst/>
          </a:prstGeom>
          <a:noFill/>
          <a:ln/>
        </p:spPr>
        <p:txBody>
          <a:bodyPr wrap="square" lIns="0" tIns="0" rIns="0" bIns="0" rtlCol="0" anchor="t"/>
          <a:lstStyle/>
          <a:p>
            <a:pPr marL="0" indent="0" algn="l">
              <a:lnSpc>
                <a:spcPts val="2111"/>
              </a:lnSpc>
              <a:buNone/>
            </a:pPr>
            <a:r>
              <a:rPr lang="en-US" sz="1407" dirty="0">
                <a:solidFill>
                  <a:srgbClr val="010716"/>
                </a:solidFill>
                <a:latin typeface="Equip Extended ExtraBold" pitchFamily="34" charset="0"/>
                <a:ea typeface="Equip Extended ExtraBold" pitchFamily="34" charset="-122"/>
                <a:cs typeface="Equip Extended ExtraBold" pitchFamily="34" charset="-120"/>
              </a:rPr>
              <a:t>Work experience</a:t>
            </a:r>
            <a:endParaRPr lang="en-US" sz="1407" dirty="0"/>
          </a:p>
        </p:txBody>
      </p:sp>
      <p:sp>
        <p:nvSpPr>
          <p:cNvPr id="7" name="Lorem ipsum dolor sit amet consectetur adipiscing elit Etiam eget ligula eu lectus lobortis condimentum Aliquam nonummy auctor massa Pellentesque habitant morbi tristique senectus et netus et malesuada fames ac turpis egestas Nulla at risus Quisque purus"/>
          <p:cNvSpPr/>
          <p:nvPr/>
        </p:nvSpPr>
        <p:spPr>
          <a:xfrm>
            <a:off x="790575" y="3616896"/>
            <a:ext cx="8210550" cy="1200150"/>
          </a:xfrm>
          <a:prstGeom prst="rect">
            <a:avLst/>
          </a:prstGeom>
          <a:noFill/>
          <a:ln/>
        </p:spPr>
        <p:txBody>
          <a:bodyPr wrap="square" lIns="0" tIns="0" rIns="0" bIns="0" rtlCol="0" anchor="t"/>
          <a:lstStyle/>
          <a:p>
            <a:pPr marL="0" indent="0" algn="l">
              <a:lnSpc>
                <a:spcPct val="125000"/>
              </a:lnSpc>
              <a:buNone/>
            </a:pPr>
            <a:r>
              <a:rPr lang="en-US" sz="1055" kern="0" spc="-75" dirty="0">
                <a:solidFill>
                  <a:srgbClr val="4E5E78"/>
                </a:solidFill>
                <a:latin typeface="Equip Regular" pitchFamily="34" charset="0"/>
                <a:ea typeface="Equip Regular" pitchFamily="34" charset="-122"/>
                <a:cs typeface="Equip Regular" pitchFamily="34" charset="-120"/>
              </a:rPr>
              <a:t>Lorem ipsum dolor sit amet, consectetur adipiscing elit.  Etiam eget ligula eu lectus lobortis condimentum. Aliquam nonummy auctor massa. Pellentesque habitant morbi tristique senectus et netus et  malesuada fames ac turpis egestas. Nulla at risus. Quisque purus magna,  auctor et, sagittis ac, posuere eu, lectus. Nam mattis, felis ut  adipiscing.Lorem ipsum dolor sit amet, consectetur adipiscing elit.  Etiam eget ligula eu lectus lobortis condimentum. Aliquam nonummy auctor massa. Pellentesque habitant morbi tristique senectus et netus et  malesuada fames ac turpis egestas.Lorem ipsum dolor sit amet, consectetur adipiscing elit.  Etiam eget ligula eu lectus lobortis condimentum. Aliquam nonummy auctor massa. Pellentesque habitant morbi tristique senectus et netus et  malesuada fames ac turpis </a:t>
            </a:r>
            <a:endParaRPr lang="en-US" sz="1055" dirty="0"/>
          </a:p>
        </p:txBody>
      </p:sp>
      <p:sp>
        <p:nvSpPr>
          <p:cNvPr id="8" name="At vero eos et accus"/>
          <p:cNvSpPr/>
          <p:nvPr/>
        </p:nvSpPr>
        <p:spPr>
          <a:xfrm>
            <a:off x="781050" y="4995760"/>
            <a:ext cx="8210550" cy="276225"/>
          </a:xfrm>
          <a:prstGeom prst="rect">
            <a:avLst/>
          </a:prstGeom>
          <a:noFill/>
          <a:ln/>
        </p:spPr>
        <p:txBody>
          <a:bodyPr wrap="square" lIns="0" tIns="0" rIns="0" bIns="0" rtlCol="0" anchor="t"/>
          <a:lstStyle/>
          <a:p>
            <a:pPr marL="0" indent="0" algn="l">
              <a:lnSpc>
                <a:spcPts val="2111"/>
              </a:lnSpc>
              <a:buNone/>
            </a:pPr>
            <a:r>
              <a:rPr lang="en-US" sz="1407" dirty="0">
                <a:solidFill>
                  <a:srgbClr val="010716"/>
                </a:solidFill>
                <a:latin typeface="Equip Extended ExtraBold" pitchFamily="34" charset="0"/>
                <a:ea typeface="Equip Extended ExtraBold" pitchFamily="34" charset="-122"/>
                <a:cs typeface="Equip Extended ExtraBold" pitchFamily="34" charset="-120"/>
              </a:rPr>
              <a:t>Key skills​</a:t>
            </a:r>
            <a:endParaRPr lang="en-US" sz="1407" dirty="0"/>
          </a:p>
        </p:txBody>
      </p:sp>
      <p:sp>
        <p:nvSpPr>
          <p:cNvPr id="9" name="Software  Photoshop Illustrator After Effects Sketch Figma 3D Maya Miro Dovetail Zeplin and others Discovery  User research user interviews stakeholder interviews workshops persona building task analysis journey mapping card sorting feature definition and"/>
          <p:cNvSpPr/>
          <p:nvPr/>
        </p:nvSpPr>
        <p:spPr>
          <a:xfrm>
            <a:off x="781050" y="5383681"/>
            <a:ext cx="8305800" cy="1200150"/>
          </a:xfrm>
          <a:prstGeom prst="rect">
            <a:avLst/>
          </a:prstGeom>
          <a:noFill/>
          <a:ln/>
        </p:spPr>
        <p:txBody>
          <a:bodyPr wrap="square" lIns="0" tIns="0" rIns="0" bIns="0" rtlCol="0" anchor="t"/>
          <a:lstStyle/>
          <a:p>
            <a:pPr marL="134035" indent="-134035" algn="l">
              <a:lnSpc>
                <a:spcPct val="125000"/>
              </a:lnSpc>
              <a:buSzPct val="100000"/>
              <a:buChar char="•"/>
            </a:pPr>
            <a:r>
              <a:rPr lang="en-US" sz="1055" b="1" kern="0" spc="-75" dirty="0">
                <a:solidFill>
                  <a:srgbClr val="4E5E78"/>
                </a:solidFill>
                <a:latin typeface="Equip Bold" pitchFamily="34" charset="0"/>
                <a:ea typeface="Equip Bold" pitchFamily="34" charset="-122"/>
                <a:cs typeface="Equip Bold" pitchFamily="34" charset="-120"/>
              </a:rPr>
              <a:t>Software : </a:t>
            </a:r>
            <a:r>
              <a:rPr lang="en-US" sz="1055" kern="0" spc="-75" dirty="0">
                <a:solidFill>
                  <a:srgbClr val="4E5E78"/>
                </a:solidFill>
                <a:latin typeface="Equip Regular" pitchFamily="34" charset="0"/>
                <a:ea typeface="Equip Regular" pitchFamily="34" charset="-122"/>
                <a:cs typeface="Equip Regular" pitchFamily="34" charset="-120"/>
              </a:rPr>
              <a:t>Photoshop, Illustrator, After Effects, Sketch, Figma, 3D Maya, Miro, Dovetail, Zeplin, and others​
</a:t>
            </a:r>
            <a:r>
              <a:rPr lang="en-US" sz="1055" b="1" kern="0" spc="-75" dirty="0">
                <a:solidFill>
                  <a:srgbClr val="4E5E78"/>
                </a:solidFill>
                <a:latin typeface="Equip Bold" pitchFamily="34" charset="0"/>
                <a:ea typeface="Equip Bold" pitchFamily="34" charset="-122"/>
                <a:cs typeface="Equip Bold" pitchFamily="34" charset="-120"/>
              </a:rPr>
              <a:t>Discovery : </a:t>
            </a:r>
            <a:r>
              <a:rPr lang="en-US" sz="1055" kern="0" spc="-75" dirty="0">
                <a:solidFill>
                  <a:srgbClr val="4E5E78"/>
                </a:solidFill>
                <a:latin typeface="Equip Regular" pitchFamily="34" charset="0"/>
                <a:ea typeface="Equip Regular" pitchFamily="34" charset="-122"/>
                <a:cs typeface="Equip Regular" pitchFamily="34" charset="-120"/>
              </a:rPr>
              <a:t>User research, user interviews, stakeholder interviews, workshops, persona building, task analysis, journey mapping, card sorting, feature definition, and design sprints​
</a:t>
            </a:r>
            <a:r>
              <a:rPr lang="en-US" sz="1055" b="1" kern="0" spc="-75" dirty="0">
                <a:solidFill>
                  <a:srgbClr val="4E5E78"/>
                </a:solidFill>
                <a:latin typeface="Equip Bold" pitchFamily="34" charset="0"/>
                <a:ea typeface="Equip Bold" pitchFamily="34" charset="-122"/>
                <a:cs typeface="Equip Bold" pitchFamily="34" charset="-120"/>
              </a:rPr>
              <a:t>Design : </a:t>
            </a:r>
            <a:r>
              <a:rPr lang="en-US" sz="1055" kern="0" spc="-75" dirty="0">
                <a:solidFill>
                  <a:srgbClr val="4E5E78"/>
                </a:solidFill>
                <a:latin typeface="Equip Regular" pitchFamily="34" charset="0"/>
                <a:ea typeface="Equip Regular" pitchFamily="34" charset="-122"/>
                <a:cs typeface="Equip Regular" pitchFamily="34" charset="-120"/>
              </a:rPr>
              <a:t>Solution conceptualization, navigation, information architecture, wireframes, prototypes, visual design, user interface design, data visualization, user flows​
</a:t>
            </a:r>
            <a:r>
              <a:rPr lang="en-US" sz="1055" b="1" kern="0" spc="-75" dirty="0">
                <a:solidFill>
                  <a:srgbClr val="4E5E78"/>
                </a:solidFill>
                <a:latin typeface="Equip Bold" pitchFamily="34" charset="0"/>
                <a:ea typeface="Equip Bold" pitchFamily="34" charset="-122"/>
                <a:cs typeface="Equip Bold" pitchFamily="34" charset="-120"/>
              </a:rPr>
              <a:t>Evaluation : </a:t>
            </a:r>
            <a:r>
              <a:rPr lang="en-US" sz="1055" kern="0" spc="-75" dirty="0">
                <a:solidFill>
                  <a:srgbClr val="4E5E78"/>
                </a:solidFill>
                <a:latin typeface="Equip Regular" pitchFamily="34" charset="0"/>
                <a:ea typeface="Equip Regular" pitchFamily="34" charset="-122"/>
                <a:cs typeface="Equip Regular" pitchFamily="34" charset="-120"/>
              </a:rPr>
              <a:t>Usability testing, emotional response testing, accessibility evaluation, A/B or multivariant testing​</a:t>
            </a:r>
            <a:endParaRPr lang="en-US" sz="1055" dirty="0"/>
          </a:p>
        </p:txBody>
      </p:sp>
      <p:sp>
        <p:nvSpPr>
          <p:cNvPr id="10" name="At vero eos et accus"/>
          <p:cNvSpPr/>
          <p:nvPr/>
        </p:nvSpPr>
        <p:spPr>
          <a:xfrm>
            <a:off x="781050" y="6762544"/>
            <a:ext cx="8210550" cy="276225"/>
          </a:xfrm>
          <a:prstGeom prst="rect">
            <a:avLst/>
          </a:prstGeom>
          <a:noFill/>
          <a:ln/>
        </p:spPr>
        <p:txBody>
          <a:bodyPr wrap="square" lIns="0" tIns="0" rIns="0" bIns="0" rtlCol="0" anchor="t"/>
          <a:lstStyle/>
          <a:p>
            <a:pPr marL="0" indent="0" algn="l">
              <a:lnSpc>
                <a:spcPts val="2111"/>
              </a:lnSpc>
              <a:buNone/>
            </a:pPr>
            <a:r>
              <a:rPr lang="en-US" sz="1407" dirty="0">
                <a:solidFill>
                  <a:srgbClr val="010716"/>
                </a:solidFill>
                <a:latin typeface="Equip Extended ExtraBold" pitchFamily="34" charset="0"/>
                <a:ea typeface="Equip Extended ExtraBold" pitchFamily="34" charset="-122"/>
                <a:cs typeface="Equip Extended ExtraBold" pitchFamily="34" charset="-120"/>
              </a:rPr>
              <a:t>Education and certifications​</a:t>
            </a:r>
            <a:endParaRPr lang="en-US" sz="1407" dirty="0"/>
          </a:p>
        </p:txBody>
      </p:sp>
      <p:sp>
        <p:nvSpPr>
          <p:cNvPr id="11" name="Lorem ipsum dolor sit amet consectetur adipiscing elit Lorem ipsum dolor sit amet consectetur adipiscing elit Lorem ipsum dolor sit amet consectetur adipiscing elit Lorem ipsum dolor sit amet consectetur adipiscing elit Lorem ipsum dolor sit amet consecte"/>
          <p:cNvSpPr/>
          <p:nvPr/>
        </p:nvSpPr>
        <p:spPr>
          <a:xfrm>
            <a:off x="781050" y="7150465"/>
            <a:ext cx="8305800" cy="1000125"/>
          </a:xfrm>
          <a:prstGeom prst="rect">
            <a:avLst/>
          </a:prstGeom>
          <a:noFill/>
          <a:ln/>
        </p:spPr>
        <p:txBody>
          <a:bodyPr wrap="square" lIns="0" tIns="0" rIns="0" bIns="0" rtlCol="0" anchor="t"/>
          <a:lstStyle/>
          <a:p>
            <a:pPr marL="134035" indent="-134035" algn="l">
              <a:lnSpc>
                <a:spcPct val="125000"/>
              </a:lnSpc>
              <a:buSzPct val="100000"/>
              <a:buChar char="•"/>
            </a:pPr>
            <a:r>
              <a:rPr lang="en-US" sz="1055" kern="0" spc="-75" dirty="0">
                <a:solidFill>
                  <a:srgbClr val="4E5E78"/>
                </a:solidFill>
                <a:latin typeface="Equip Regular" pitchFamily="34" charset="0"/>
                <a:ea typeface="Equip Regular" pitchFamily="34" charset="-122"/>
                <a:cs typeface="Equip Regular" pitchFamily="34" charset="-120"/>
              </a:rPr>
              <a:t>Lorem ipsum dolor sit amet, consectetur adipiscing elit
Lorem ipsum dolor sit amet, consectetur adipiscing elit
Lorem ipsum dolor sit amet, consectetur adipiscing elit
Lorem ipsum dolor sit amet, consectetur adipiscing elit
Lorem ipsum dolor sit amet, consectetur adipiscing elit</a:t>
            </a:r>
            <a:endParaRPr lang="en-US" sz="1055" dirty="0"/>
          </a:p>
        </p:txBody>
      </p:sp>
      <p:sp>
        <p:nvSpPr>
          <p:cNvPr id="12" name="At vero eos et accus"/>
          <p:cNvSpPr/>
          <p:nvPr/>
        </p:nvSpPr>
        <p:spPr>
          <a:xfrm>
            <a:off x="9258300" y="3228975"/>
            <a:ext cx="8248650" cy="276225"/>
          </a:xfrm>
          <a:prstGeom prst="rect">
            <a:avLst/>
          </a:prstGeom>
          <a:noFill/>
          <a:ln/>
        </p:spPr>
        <p:txBody>
          <a:bodyPr wrap="square" lIns="0" tIns="0" rIns="0" bIns="0" rtlCol="0" anchor="t"/>
          <a:lstStyle/>
          <a:p>
            <a:pPr marL="0" indent="0" algn="l">
              <a:lnSpc>
                <a:spcPts val="2111"/>
              </a:lnSpc>
              <a:buNone/>
            </a:pPr>
            <a:r>
              <a:rPr lang="en-US" sz="1407" dirty="0">
                <a:solidFill>
                  <a:srgbClr val="010716"/>
                </a:solidFill>
                <a:latin typeface="Equip Extended ExtraBold" pitchFamily="34" charset="0"/>
                <a:ea typeface="Equip Extended ExtraBold" pitchFamily="34" charset="-122"/>
                <a:cs typeface="Equip Extended ExtraBold" pitchFamily="34" charset="-120"/>
              </a:rPr>
              <a:t>Key projects​</a:t>
            </a:r>
            <a:endParaRPr lang="en-US" sz="1407" dirty="0"/>
          </a:p>
        </p:txBody>
      </p:sp>
      <p:sp>
        <p:nvSpPr>
          <p:cNvPr id="13" name="Project Name Overview Client is a leader in the global hospitality industry Lorem ipsum dolor sit amet consectetur adipiscing elit Etiam eget ligula eu lectus lobortis condimentum Etiam eget ligula eu lectus lobortis condimentum Aliquam nonummy auctor mas"/>
          <p:cNvSpPr/>
          <p:nvPr/>
        </p:nvSpPr>
        <p:spPr>
          <a:xfrm>
            <a:off x="9258300" y="3616896"/>
            <a:ext cx="8248650" cy="2257425"/>
          </a:xfrm>
          <a:prstGeom prst="rect">
            <a:avLst/>
          </a:prstGeom>
          <a:noFill/>
          <a:ln/>
        </p:spPr>
        <p:txBody>
          <a:bodyPr wrap="square" lIns="55848" tIns="55848" rIns="55848" bIns="55848" rtlCol="0" anchor="t"/>
          <a:lstStyle/>
          <a:p>
            <a:pPr algn="l">
              <a:lnSpc>
                <a:spcPct val="125000"/>
              </a:lnSpc>
              <a:buSzPct val="100000"/>
            </a:pPr>
            <a:r>
              <a:rPr lang="en-US" sz="1231" b="1" kern="0" spc="-75" dirty="0">
                <a:solidFill>
                  <a:srgbClr val="010716"/>
                </a:solidFill>
                <a:latin typeface="Equip Bold" pitchFamily="34" charset="0"/>
                <a:ea typeface="Equip Bold" pitchFamily="34" charset="-122"/>
                <a:cs typeface="Equip Bold" pitchFamily="34" charset="-120"/>
              </a:rPr>
              <a:t>Project Name
</a:t>
            </a:r>
            <a:r>
              <a:rPr lang="en-US" sz="1055" b="1" kern="0" spc="-75" dirty="0">
                <a:solidFill>
                  <a:srgbClr val="4E5E78"/>
                </a:solidFill>
                <a:latin typeface="Equip Bold" pitchFamily="34" charset="0"/>
                <a:ea typeface="Equip Bold" pitchFamily="34" charset="-122"/>
                <a:cs typeface="Equip Bold" pitchFamily="34" charset="-120"/>
              </a:rPr>
              <a:t>Overview: </a:t>
            </a:r>
            <a:r>
              <a:rPr lang="en-US" sz="1055" kern="0" spc="-75" dirty="0">
                <a:solidFill>
                  <a:srgbClr val="4E5E78"/>
                </a:solidFill>
                <a:latin typeface="Equip Regular" pitchFamily="34" charset="0"/>
                <a:ea typeface="Equip Regular" pitchFamily="34" charset="-122"/>
                <a:cs typeface="Equip Regular" pitchFamily="34" charset="-120"/>
              </a:rPr>
              <a:t>Client is a leader in the global hospitality industry.​
Lorem ipsum dolor sit amet, consectetur adipiscing elit.  Etiam eget ligula eu lectus lobortis condimentum. Etiam eget ligula eu lectus lobortis condimentum. Aliquam nonummy auctor massa. Pellentesque habitant morbi tristique senectus et netus et  malesuada fames ac turpis </a:t>
            </a:r>
            <a:r>
              <a:rPr lang="en-US" sz="1055" kern="0" spc="-75" dirty="0" err="1">
                <a:solidFill>
                  <a:srgbClr val="4E5E78"/>
                </a:solidFill>
                <a:latin typeface="Equip Regular" pitchFamily="34" charset="0"/>
                <a:ea typeface="Equip Regular" pitchFamily="34" charset="-122"/>
                <a:cs typeface="Equip Regular" pitchFamily="34" charset="-120"/>
              </a:rPr>
              <a:t>egestas</a:t>
            </a:r>
            <a:r>
              <a:rPr lang="en-US" sz="1055" kern="0" spc="-75" dirty="0">
                <a:solidFill>
                  <a:srgbClr val="4E5E78"/>
                </a:solidFill>
                <a:latin typeface="Equip Regular" pitchFamily="34" charset="0"/>
                <a:ea typeface="Equip Regular" pitchFamily="34" charset="-122"/>
                <a:cs typeface="Equip Regular" pitchFamily="34" charset="-120"/>
              </a:rPr>
              <a:t>.</a:t>
            </a:r>
          </a:p>
          <a:p>
            <a:pPr marL="134035" indent="-134035" algn="l">
              <a:lnSpc>
                <a:spcPct val="125000"/>
              </a:lnSpc>
              <a:buSzPct val="100000"/>
              <a:buChar char="•"/>
            </a:pPr>
            <a:endParaRPr lang="en-US" sz="1055" kern="0" spc="-75" dirty="0">
              <a:solidFill>
                <a:srgbClr val="4E5E78"/>
              </a:solidFill>
              <a:latin typeface="Equip Regular" pitchFamily="34" charset="0"/>
              <a:ea typeface="Equip Regular" pitchFamily="34" charset="-122"/>
              <a:cs typeface="Equip Regular" pitchFamily="34" charset="-120"/>
            </a:endParaRPr>
          </a:p>
          <a:p>
            <a:pPr marL="134035" indent="-134035" algn="l">
              <a:lnSpc>
                <a:spcPct val="125000"/>
              </a:lnSpc>
              <a:buSzPct val="100000"/>
              <a:buChar char="•"/>
            </a:pPr>
            <a:r>
              <a:rPr lang="en-US" sz="1055" kern="0" spc="-75" dirty="0">
                <a:solidFill>
                  <a:srgbClr val="4E5E78"/>
                </a:solidFill>
                <a:latin typeface="Equip Regular" pitchFamily="34" charset="0"/>
                <a:ea typeface="Equip Regular" pitchFamily="34" charset="-122"/>
                <a:cs typeface="Equip Regular" pitchFamily="34" charset="-120"/>
              </a:rPr>
              <a:t>Lorem ipsum dolor sit amet, consectetur adipiscing elit
Lorem ipsum dolor sit amet, consectetur adipiscing elit
Lorem ipsum dolor sit amet, consectetur adipiscing elit
Lorem ipsum dolor sit amet, consectetur adipiscing elit</a:t>
            </a:r>
            <a:endParaRPr lang="en-US" sz="1231" dirty="0"/>
          </a:p>
        </p:txBody>
      </p:sp>
      <p:sp>
        <p:nvSpPr>
          <p:cNvPr id="14" name="Project Name Overview Client is a leader in the global hospitality industry Lorem ipsum dolor sit amet consectetur adipiscing elit Etiam eget ligula eu lectus lobortis condimentum Etiam eget ligula eu lectus lobortis condimentum Aliquam nonummy auctor mas"/>
          <p:cNvSpPr/>
          <p:nvPr/>
        </p:nvSpPr>
        <p:spPr>
          <a:xfrm>
            <a:off x="9258300" y="6008357"/>
            <a:ext cx="8248650" cy="2257425"/>
          </a:xfrm>
          <a:prstGeom prst="rect">
            <a:avLst/>
          </a:prstGeom>
          <a:noFill/>
          <a:ln/>
        </p:spPr>
        <p:txBody>
          <a:bodyPr wrap="square" lIns="55848" tIns="55848" rIns="55848" bIns="55848" rtlCol="0" anchor="t"/>
          <a:lstStyle/>
          <a:p>
            <a:pPr algn="l">
              <a:lnSpc>
                <a:spcPct val="125000"/>
              </a:lnSpc>
              <a:buSzPct val="100000"/>
            </a:pPr>
            <a:r>
              <a:rPr lang="en-US" sz="1231" b="1" kern="0" spc="-75" dirty="0">
                <a:solidFill>
                  <a:srgbClr val="010716"/>
                </a:solidFill>
                <a:latin typeface="Equip Bold" pitchFamily="34" charset="0"/>
                <a:ea typeface="Equip Bold" pitchFamily="34" charset="-122"/>
                <a:cs typeface="Equip Bold" pitchFamily="34" charset="-120"/>
              </a:rPr>
              <a:t>Project Name</a:t>
            </a:r>
          </a:p>
          <a:p>
            <a:pPr algn="l">
              <a:lnSpc>
                <a:spcPct val="125000"/>
              </a:lnSpc>
              <a:buSzPct val="100000"/>
            </a:pPr>
            <a:r>
              <a:rPr lang="en-US" sz="1055" b="1" kern="0" spc="-75" dirty="0">
                <a:solidFill>
                  <a:srgbClr val="4E5E78"/>
                </a:solidFill>
                <a:latin typeface="Equip Bold" pitchFamily="34" charset="0"/>
                <a:ea typeface="Equip Bold" pitchFamily="34" charset="-122"/>
                <a:cs typeface="Equip Bold" pitchFamily="34" charset="-120"/>
              </a:rPr>
              <a:t>Overview: </a:t>
            </a:r>
            <a:r>
              <a:rPr lang="en-US" sz="1055" kern="0" spc="-75" dirty="0">
                <a:solidFill>
                  <a:srgbClr val="4E5E78"/>
                </a:solidFill>
                <a:latin typeface="Equip Regular" pitchFamily="34" charset="0"/>
                <a:ea typeface="Equip Regular" pitchFamily="34" charset="-122"/>
                <a:cs typeface="Equip Regular" pitchFamily="34" charset="-120"/>
              </a:rPr>
              <a:t>Client is a leader in the global hospitality industry.​</a:t>
            </a:r>
          </a:p>
          <a:p>
            <a:pPr algn="l">
              <a:lnSpc>
                <a:spcPct val="125000"/>
              </a:lnSpc>
              <a:buSzPct val="100000"/>
            </a:pPr>
            <a:r>
              <a:rPr lang="en-US" sz="1055" kern="0" spc="-75" dirty="0">
                <a:solidFill>
                  <a:srgbClr val="4E5E78"/>
                </a:solidFill>
                <a:latin typeface="Equip Regular" pitchFamily="34" charset="0"/>
                <a:ea typeface="Equip Regular" pitchFamily="34" charset="-122"/>
                <a:cs typeface="Equip Regular" pitchFamily="34" charset="-120"/>
              </a:rPr>
              <a:t>Lorem ipsum dolor sit amet, consectetur adipiscing elit.  Etiam eget ligula eu lectus lobortis condimentum. Etiam eget ligula eu lectus lobortis condimentum. Aliquam nonummy auctor massa. Pellentesque habitant morbi tristique senectus et netus et  malesuada fames ac turpis </a:t>
            </a:r>
            <a:r>
              <a:rPr lang="en-US" sz="1055" kern="0" spc="-75" dirty="0" err="1">
                <a:solidFill>
                  <a:srgbClr val="4E5E78"/>
                </a:solidFill>
                <a:latin typeface="Equip Regular" pitchFamily="34" charset="0"/>
                <a:ea typeface="Equip Regular" pitchFamily="34" charset="-122"/>
                <a:cs typeface="Equip Regular" pitchFamily="34" charset="-120"/>
              </a:rPr>
              <a:t>egestas</a:t>
            </a:r>
            <a:r>
              <a:rPr lang="en-US" sz="1055" kern="0" spc="-75" dirty="0">
                <a:solidFill>
                  <a:srgbClr val="4E5E78"/>
                </a:solidFill>
                <a:latin typeface="Equip Regular" pitchFamily="34" charset="0"/>
                <a:ea typeface="Equip Regular" pitchFamily="34" charset="-122"/>
                <a:cs typeface="Equip Regular" pitchFamily="34" charset="-120"/>
              </a:rPr>
              <a:t>.</a:t>
            </a:r>
          </a:p>
          <a:p>
            <a:pPr marL="134035" indent="-134035" algn="l">
              <a:lnSpc>
                <a:spcPct val="125000"/>
              </a:lnSpc>
              <a:buSzPct val="100000"/>
              <a:buChar char="•"/>
            </a:pPr>
            <a:endParaRPr lang="en-US" sz="1055" kern="0" spc="-75" dirty="0">
              <a:solidFill>
                <a:srgbClr val="4E5E78"/>
              </a:solidFill>
              <a:latin typeface="Equip Regular" pitchFamily="34" charset="0"/>
              <a:ea typeface="Equip Regular" pitchFamily="34" charset="-122"/>
              <a:cs typeface="Equip Regular" pitchFamily="34" charset="-120"/>
            </a:endParaRPr>
          </a:p>
          <a:p>
            <a:pPr marL="134035" indent="-134035" algn="l">
              <a:lnSpc>
                <a:spcPct val="125000"/>
              </a:lnSpc>
              <a:buSzPct val="100000"/>
              <a:buChar char="•"/>
            </a:pPr>
            <a:r>
              <a:rPr lang="en-US" sz="1055" kern="0" spc="-75" dirty="0">
                <a:solidFill>
                  <a:srgbClr val="4E5E78"/>
                </a:solidFill>
                <a:latin typeface="Equip Regular" pitchFamily="34" charset="0"/>
                <a:ea typeface="Equip Regular" pitchFamily="34" charset="-122"/>
                <a:cs typeface="Equip Regular" pitchFamily="34" charset="-120"/>
              </a:rPr>
              <a:t>Lorem ipsum dolor sit amet, consectetur adipiscing elit
Lorem ipsum dolor sit amet, consectetur adipiscing elit
Lorem ipsum dolor sit amet, consectetur adipiscing elit
Lorem ipsum dolor sit amet, consectetur adipiscing elit</a:t>
            </a:r>
            <a:endParaRPr lang="en-US" sz="1231" dirty="0"/>
          </a:p>
        </p:txBody>
      </p:sp>
      <p:pic>
        <p:nvPicPr>
          <p:cNvPr id="19" name="Graphic 18">
            <a:extLst>
              <a:ext uri="{FF2B5EF4-FFF2-40B4-BE49-F238E27FC236}">
                <a16:creationId xmlns:a16="http://schemas.microsoft.com/office/drawing/2014/main" id="{1DD1194C-FB2C-5FAA-D538-C118C922F1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730" y="101077"/>
            <a:ext cx="2198820" cy="164911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1235</Words>
  <Application>Microsoft Macintosh PowerPoint</Application>
  <PresentationFormat>Custom</PresentationFormat>
  <Paragraphs>178</Paragraphs>
  <Slides>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Equip Extended Medium</vt:lpstr>
      <vt:lpstr>Equip Bold</vt:lpstr>
      <vt:lpstr>Equip Extended Bold</vt:lpstr>
      <vt:lpstr>Arial</vt:lpstr>
      <vt:lpstr>Equip Extended Regular</vt:lpstr>
      <vt:lpstr>Equip Extended ExtraBold</vt:lpstr>
      <vt:lpstr>Equip 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Carolina Baptista</cp:lastModifiedBy>
  <cp:revision>7</cp:revision>
  <dcterms:created xsi:type="dcterms:W3CDTF">2026-05-27T18:03:55Z</dcterms:created>
  <dcterms:modified xsi:type="dcterms:W3CDTF">2026-06-02T12:26:39Z</dcterms:modified>
</cp:coreProperties>
</file>