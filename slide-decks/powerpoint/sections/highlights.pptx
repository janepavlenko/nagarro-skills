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embeddedFontLst>
    <p:embeddedFont>
      <p:font typeface="Equip Extended Bold" panose="02000503030000020004" pitchFamily="2" charset="77"/>
      <p:bold r:id="rId10"/>
      <p:italic r:id="rId11"/>
      <p:boldItalic r:id="rId12"/>
    </p:embeddedFont>
    <p:embeddedFont>
      <p:font typeface="Equip Extended Medium" panose="02000603000000020004" pitchFamily="2" charset="77"/>
      <p:regular r:id="rId13"/>
      <p:italic r:id="rId14"/>
    </p:embeddedFont>
    <p:embeddedFont>
      <p:font typeface="Equip Extended Regular" panose="02000503030000020004" pitchFamily="2" charset="77"/>
      <p:regular r:id="rId15"/>
      <p:bold r:id="rId16"/>
      <p:italic r:id="rId17"/>
      <p:boldItalic r:id="rId18"/>
    </p:embeddedFont>
    <p:embeddedFont>
      <p:font typeface="Equip Regular" panose="02000503030000020004" pitchFamily="2" charset="77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F5EA"/>
    <a:srgbClr val="515151"/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37"/>
    <p:restoredTop sz="94610"/>
  </p:normalViewPr>
  <p:slideViewPr>
    <p:cSldViewPr snapToGrid="0" snapToObjects="1">
      <p:cViewPr>
        <p:scale>
          <a:sx n="90" d="100"/>
          <a:sy n="90" d="100"/>
        </p:scale>
        <p:origin x="144" y="-208"/>
      </p:cViewPr>
      <p:guideLst>
        <p:guide pos="498"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quote"/>
          <p:cNvSpPr/>
          <p:nvPr/>
        </p:nvSpPr>
        <p:spPr>
          <a:xfrm>
            <a:off x="2894962" y="2724150"/>
            <a:ext cx="1247775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205463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7200" dirty="0"/>
          </a:p>
        </p:txBody>
      </p:sp>
      <p:sp>
        <p:nvSpPr>
          <p:cNvPr id="8" name="attribution"/>
          <p:cNvSpPr/>
          <p:nvPr/>
        </p:nvSpPr>
        <p:spPr>
          <a:xfrm>
            <a:off x="2791550" y="6838950"/>
            <a:ext cx="124777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205463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7A16C4-BCFC-8921-035D-2E68BC715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730" y="239964"/>
            <a:ext cx="2198820" cy="16491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E50F88-5E3E-8DEA-DEDC-CBE4857F8B57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C3A16D-38EE-0EFB-9BB7-E124B7BB6F3E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065C7C-CCE1-45BF-C818-8120073068C4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gital Design Strategy">
            <a:extLst>
              <a:ext uri="{FF2B5EF4-FFF2-40B4-BE49-F238E27FC236}">
                <a16:creationId xmlns:a16="http://schemas.microsoft.com/office/drawing/2014/main" id="{579B1875-A996-70BF-2239-7103BEB8EF0B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E2A3CED9-3ECB-2B71-AD8C-0786D98FE3B7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A73A8C46-A99E-4607-4606-D9889B5EA657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6A11A49F-AC71-3955-5565-64E3A61FE9C8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8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ttribution"/>
          <p:cNvSpPr/>
          <p:nvPr/>
        </p:nvSpPr>
        <p:spPr>
          <a:xfrm>
            <a:off x="2794860" y="6562725"/>
            <a:ext cx="124777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D1F5EA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3C1F2370-AFB4-4B18-3091-2175FA2BFAAE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7" name="Project Name">
            <a:extLst>
              <a:ext uri="{FF2B5EF4-FFF2-40B4-BE49-F238E27FC236}">
                <a16:creationId xmlns:a16="http://schemas.microsoft.com/office/drawing/2014/main" id="{DB13970F-C703-DE66-EC0F-E96EC9878772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8" name="Month Year">
            <a:extLst>
              <a:ext uri="{FF2B5EF4-FFF2-40B4-BE49-F238E27FC236}">
                <a16:creationId xmlns:a16="http://schemas.microsoft.com/office/drawing/2014/main" id="{46866DE4-A0BC-5F86-EF15-BF6FCEAFA891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6B7E4E5D-2A4D-7110-918A-64B85D94DBA7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D497FC-5AE3-2DC7-739F-10A3415CEAD4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EBD79C-4627-D277-B0CF-F7218C4E8CED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DD6900-9771-50DE-39DB-B38C82BF94C7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73B7E8AD-7850-0359-6364-A3AC1A8CF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239964"/>
            <a:ext cx="2198820" cy="1649115"/>
          </a:xfrm>
          <a:prstGeom prst="rect">
            <a:avLst/>
          </a:prstGeom>
        </p:spPr>
      </p:pic>
      <p:sp>
        <p:nvSpPr>
          <p:cNvPr id="17" name="quote">
            <a:extLst>
              <a:ext uri="{FF2B5EF4-FFF2-40B4-BE49-F238E27FC236}">
                <a16:creationId xmlns:a16="http://schemas.microsoft.com/office/drawing/2014/main" id="{D891162F-2B63-EA4C-188A-003BA85D18D8}"/>
              </a:ext>
            </a:extLst>
          </p:cNvPr>
          <p:cNvSpPr/>
          <p:nvPr/>
        </p:nvSpPr>
        <p:spPr>
          <a:xfrm>
            <a:off x="2900025" y="2724150"/>
            <a:ext cx="1247775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200"/>
              </a:lnSpc>
            </a:pPr>
            <a:r>
              <a:rPr lang="en-US" sz="7200" kern="0" spc="-112" dirty="0">
                <a:solidFill>
                  <a:srgbClr val="D1F5EA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is is a very cool quote"/>
          <p:cNvSpPr/>
          <p:nvPr/>
        </p:nvSpPr>
        <p:spPr>
          <a:xfrm>
            <a:off x="5657850" y="3295650"/>
            <a:ext cx="69723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F9906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This is </a:t>
            </a:r>
            <a:br/>
            <a:r>
              <a:rPr lang="en-US" sz="9600" b="1" kern="0" spc="-112" dirty="0">
                <a:solidFill>
                  <a:srgbClr val="F99068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a very cool
</a:t>
            </a:r>
            <a:r>
              <a:rPr lang="en-US" sz="7200" kern="0" spc="-112" dirty="0">
                <a:solidFill>
                  <a:srgbClr val="F9906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 quote </a:t>
            </a:r>
            <a:endParaRPr lang="en-US" sz="7200" dirty="0"/>
          </a:p>
        </p:txBody>
      </p:sp>
      <p:sp>
        <p:nvSpPr>
          <p:cNvPr id="8" name="Name goes here"/>
          <p:cNvSpPr/>
          <p:nvPr/>
        </p:nvSpPr>
        <p:spPr>
          <a:xfrm>
            <a:off x="8496300" y="68008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9906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Name goes here</a:t>
            </a:r>
            <a:endParaRPr lang="en-US" sz="12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74433EB-B210-E635-8BA6-98F578B6E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730" y="239964"/>
            <a:ext cx="2198820" cy="164911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68161F-8A1D-6F3B-BC71-10FF56A19137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50C99D-C70A-F3F0-007C-93CB2957D1B7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490E1D-1331-60D4-56A4-A1118AAED177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gital Design Strategy">
            <a:extLst>
              <a:ext uri="{FF2B5EF4-FFF2-40B4-BE49-F238E27FC236}">
                <a16:creationId xmlns:a16="http://schemas.microsoft.com/office/drawing/2014/main" id="{66C3438B-435F-AFFA-82A9-D629C54171A6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Project Name">
            <a:extLst>
              <a:ext uri="{FF2B5EF4-FFF2-40B4-BE49-F238E27FC236}">
                <a16:creationId xmlns:a16="http://schemas.microsoft.com/office/drawing/2014/main" id="{10395683-D850-E43C-5728-D519143BECA2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Month Year">
            <a:extLst>
              <a:ext uri="{FF2B5EF4-FFF2-40B4-BE49-F238E27FC236}">
                <a16:creationId xmlns:a16="http://schemas.microsoft.com/office/drawing/2014/main" id="{6155E2A7-140C-503B-19E3-FB93239DDEF9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2026">
            <a:extLst>
              <a:ext uri="{FF2B5EF4-FFF2-40B4-BE49-F238E27FC236}">
                <a16:creationId xmlns:a16="http://schemas.microsoft.com/office/drawing/2014/main" id="{EFDA90F1-6A1F-BC37-7064-D3BEEFE88DB6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quote"/>
          <p:cNvSpPr/>
          <p:nvPr/>
        </p:nvSpPr>
        <p:spPr>
          <a:xfrm>
            <a:off x="2900023" y="2724150"/>
            <a:ext cx="1247775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7200" dirty="0"/>
          </a:p>
        </p:txBody>
      </p:sp>
      <p:sp>
        <p:nvSpPr>
          <p:cNvPr id="8" name="attribution"/>
          <p:cNvSpPr/>
          <p:nvPr/>
        </p:nvSpPr>
        <p:spPr>
          <a:xfrm>
            <a:off x="2900023" y="6838950"/>
            <a:ext cx="124777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E6123BE-4A90-A437-2B12-BC12EFA5C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730" y="239964"/>
            <a:ext cx="2198820" cy="16491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6A829F-F31C-3EB0-8CF9-CD6092341712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736F32-EF3F-D80D-43D6-97BAE483D029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D0BE6C-C43F-1427-EAAC-422EC6DE936A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igital Design Strategy">
            <a:extLst>
              <a:ext uri="{FF2B5EF4-FFF2-40B4-BE49-F238E27FC236}">
                <a16:creationId xmlns:a16="http://schemas.microsoft.com/office/drawing/2014/main" id="{8DEEB2DB-748D-4813-59F6-4C44D70E1F63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Project Name">
            <a:extLst>
              <a:ext uri="{FF2B5EF4-FFF2-40B4-BE49-F238E27FC236}">
                <a16:creationId xmlns:a16="http://schemas.microsoft.com/office/drawing/2014/main" id="{C2A2D186-01B8-CC3B-F2F8-772629731F91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Month Year">
            <a:extLst>
              <a:ext uri="{FF2B5EF4-FFF2-40B4-BE49-F238E27FC236}">
                <a16:creationId xmlns:a16="http://schemas.microsoft.com/office/drawing/2014/main" id="{E6433E76-EA0F-933A-DB09-0226BBE27F42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2026">
            <a:extLst>
              <a:ext uri="{FF2B5EF4-FFF2-40B4-BE49-F238E27FC236}">
                <a16:creationId xmlns:a16="http://schemas.microsoft.com/office/drawing/2014/main" id="{DDE716B4-E703-6877-6EFC-C93F56F00A9B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quote"/>
          <p:cNvSpPr/>
          <p:nvPr/>
        </p:nvSpPr>
        <p:spPr>
          <a:xfrm>
            <a:off x="806096" y="2409825"/>
            <a:ext cx="9601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7200" dirty="0"/>
          </a:p>
        </p:txBody>
      </p:sp>
      <p:sp>
        <p:nvSpPr>
          <p:cNvPr id="8" name="attribution"/>
          <p:cNvSpPr/>
          <p:nvPr/>
        </p:nvSpPr>
        <p:spPr>
          <a:xfrm>
            <a:off x="806098" y="7439025"/>
            <a:ext cx="96012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7A2840A6-B233-7FA4-2311-0EEBB6F281F2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96E64FC5-C954-0043-9195-FFCD82D823E2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E93F6BE7-4B50-9F11-8951-625A8CCD9DC1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514C6EB9-A59D-0C34-9881-D27914F76D30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FE62D1-9EB4-9634-C130-BF2700F48356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302DEA-594D-980E-8A33-23447240E1F6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E91ACE-DF10-38D1-269B-EEBED1CC2591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717BAC67-CD6D-9843-4DB7-446EA9E26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239964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1600200"/>
            <a:ext cx="16687800" cy="7239000"/>
          </a:xfrm>
          <a:prstGeom prst="rect">
            <a:avLst/>
          </a:prstGeom>
        </p:spPr>
      </p:pic>
      <p:sp>
        <p:nvSpPr>
          <p:cNvPr id="8" name="quote"/>
          <p:cNvSpPr/>
          <p:nvPr/>
        </p:nvSpPr>
        <p:spPr>
          <a:xfrm>
            <a:off x="800100" y="2900363"/>
            <a:ext cx="8220075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kern="0" spc="-112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6000" dirty="0"/>
          </a:p>
        </p:txBody>
      </p:sp>
      <p:sp>
        <p:nvSpPr>
          <p:cNvPr id="9" name="attribution"/>
          <p:cNvSpPr/>
          <p:nvPr/>
        </p:nvSpPr>
        <p:spPr>
          <a:xfrm>
            <a:off x="800100" y="7091363"/>
            <a:ext cx="82200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1A04A-823B-6036-A322-41280627D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730" y="239964"/>
            <a:ext cx="2198820" cy="164911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915E0-2037-616E-4D5B-95A0070AD6E8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7DF71-A1D2-0C2F-3678-7910071FEA1A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496F6F-6CA9-F456-4540-F60369D90D8B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gital Design Strategy">
            <a:extLst>
              <a:ext uri="{FF2B5EF4-FFF2-40B4-BE49-F238E27FC236}">
                <a16:creationId xmlns:a16="http://schemas.microsoft.com/office/drawing/2014/main" id="{93EBAF93-6BFD-B6F0-13B8-727D1AA5AEE6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Project Name">
            <a:extLst>
              <a:ext uri="{FF2B5EF4-FFF2-40B4-BE49-F238E27FC236}">
                <a16:creationId xmlns:a16="http://schemas.microsoft.com/office/drawing/2014/main" id="{17428FE8-D8BC-DE14-A041-AF83BF82F476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Month Year">
            <a:extLst>
              <a:ext uri="{FF2B5EF4-FFF2-40B4-BE49-F238E27FC236}">
                <a16:creationId xmlns:a16="http://schemas.microsoft.com/office/drawing/2014/main" id="{9C828935-1271-28A0-2F88-91DC54B44053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2026">
            <a:extLst>
              <a:ext uri="{FF2B5EF4-FFF2-40B4-BE49-F238E27FC236}">
                <a16:creationId xmlns:a16="http://schemas.microsoft.com/office/drawing/2014/main" id="{566C45E4-0899-7316-D53C-F60957159550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V Photo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49100" y="0"/>
            <a:ext cx="6438900" cy="10287000"/>
          </a:xfrm>
          <a:prstGeom prst="rect">
            <a:avLst/>
          </a:prstGeom>
        </p:spPr>
      </p:pic>
      <p:sp>
        <p:nvSpPr>
          <p:cNvPr id="4" name="quote"/>
          <p:cNvSpPr/>
          <p:nvPr/>
        </p:nvSpPr>
        <p:spPr>
          <a:xfrm>
            <a:off x="799980" y="2409825"/>
            <a:ext cx="9601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010716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“
This is a very meaningful quote that will inspire a lot of people.</a:t>
            </a:r>
            <a:endParaRPr lang="en-US" sz="7200" dirty="0"/>
          </a:p>
        </p:txBody>
      </p:sp>
      <p:sp>
        <p:nvSpPr>
          <p:cNvPr id="5" name="attribution"/>
          <p:cNvSpPr/>
          <p:nvPr/>
        </p:nvSpPr>
        <p:spPr>
          <a:xfrm>
            <a:off x="799980" y="7439025"/>
            <a:ext cx="96012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7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— Name goes here</a:t>
            </a:r>
            <a:endParaRPr lang="en-US" sz="27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00DE4A-00E7-AA92-672A-107A546DD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730" y="239964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186</Words>
  <Application>Microsoft Macintosh PowerPoint</Application>
  <PresentationFormat>Custom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Equip Extended Medium</vt:lpstr>
      <vt:lpstr>Equip Extended Bold</vt:lpstr>
      <vt:lpstr>Arial</vt:lpstr>
      <vt:lpstr>Equip Regular</vt:lpstr>
      <vt:lpstr>Equip Extended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2026-06-02T11:47:21Z</dcterms:modified>
</cp:coreProperties>
</file>